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88" r:id="rId5"/>
    <p:sldId id="383" r:id="rId6"/>
    <p:sldId id="377" r:id="rId7"/>
    <p:sldId id="379" r:id="rId8"/>
    <p:sldId id="329" r:id="rId9"/>
    <p:sldId id="361" r:id="rId10"/>
    <p:sldId id="362" r:id="rId11"/>
    <p:sldId id="384" r:id="rId12"/>
    <p:sldId id="381" r:id="rId13"/>
    <p:sldId id="385" r:id="rId14"/>
    <p:sldId id="386" r:id="rId15"/>
    <p:sldId id="387" r:id="rId16"/>
    <p:sldId id="378" r:id="rId17"/>
  </p:sldIdLst>
  <p:sldSz cx="12192000" cy="6858000"/>
  <p:notesSz cx="9388475" cy="7102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BB928E10-A69C-42F6-8B07-A2FEAC067766}">
          <p14:sldIdLst>
            <p14:sldId id="388"/>
            <p14:sldId id="383"/>
          </p14:sldIdLst>
        </p14:section>
        <p14:section name="SLIDE STARTERS" id="{ACC24B29-0CC7-491A-A98A-CF7CBDBE501E}">
          <p14:sldIdLst>
            <p14:sldId id="377"/>
            <p14:sldId id="379"/>
            <p14:sldId id="329"/>
            <p14:sldId id="361"/>
            <p14:sldId id="362"/>
            <p14:sldId id="384"/>
            <p14:sldId id="381"/>
            <p14:sldId id="385"/>
            <p14:sldId id="386"/>
            <p14:sldId id="387"/>
            <p14:sldId id="37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B7472A"/>
    <a:srgbClr val="E6E6E6"/>
    <a:srgbClr val="DC5924"/>
    <a:srgbClr val="000000"/>
    <a:srgbClr val="FFFFFF"/>
    <a:srgbClr val="75D1FF"/>
    <a:srgbClr val="11161C"/>
    <a:srgbClr val="7F7F7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3CEA48-7B93-43FE-A62B-CB9C332152AB}" v="502" dt="2025-11-19T16:27:06.4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974" autoAdjust="0"/>
  </p:normalViewPr>
  <p:slideViewPr>
    <p:cSldViewPr snapToGrid="0">
      <p:cViewPr varScale="1">
        <p:scale>
          <a:sx n="72" d="100"/>
          <a:sy n="72" d="100"/>
        </p:scale>
        <p:origin x="1104" y="-562"/>
      </p:cViewPr>
      <p:guideLst/>
    </p:cSldViewPr>
  </p:slideViewPr>
  <p:outlineViewPr>
    <p:cViewPr>
      <p:scale>
        <a:sx n="33" d="100"/>
        <a:sy n="33" d="100"/>
      </p:scale>
      <p:origin x="0" y="-11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8" d="100"/>
        <a:sy n="108" d="100"/>
      </p:scale>
      <p:origin x="0" y="-3162"/>
    </p:cViewPr>
  </p:sorterViewPr>
  <p:notesViewPr>
    <p:cSldViewPr snapToGrid="0">
      <p:cViewPr>
        <p:scale>
          <a:sx n="66" d="100"/>
          <a:sy n="66" d="100"/>
        </p:scale>
        <p:origin x="2539" y="28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17963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7CCA049B-3A46-4BDA-A8F5-2925B00FE570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17963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DBAA5490-FD59-4087-AC7E-016E8A4124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092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17963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44C46CEC-428A-4DD0-A7C7-21AF8DE33E93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3813" y="887413"/>
            <a:ext cx="4260850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8848" y="3418066"/>
            <a:ext cx="7510780" cy="2796600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17963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4CBCEA92-F142-4D57-B507-37BDAF4471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020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use this title animation slide with a new image simply 1) move the top semi-transparent shape</a:t>
            </a:r>
            <a:r>
              <a:rPr lang="en-US" baseline="0" dirty="0"/>
              <a:t> </a:t>
            </a:r>
            <a:r>
              <a:rPr lang="en-US" dirty="0"/>
              <a:t>to the side, 2) delete placeholder image,</a:t>
            </a:r>
            <a:r>
              <a:rPr lang="en-US" baseline="0" dirty="0"/>
              <a:t> </a:t>
            </a:r>
            <a:br>
              <a:rPr lang="en-US" baseline="0" dirty="0"/>
            </a:br>
            <a:r>
              <a:rPr lang="en-US" baseline="0" dirty="0"/>
              <a:t>3) click on the picture icon to add a new picture, 4) </a:t>
            </a:r>
            <a:r>
              <a:rPr lang="en-US" dirty="0"/>
              <a:t>Move semi-transparent shape back to original position, 5) Update text on slide.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CEA92-F142-4D57-B507-37BDAF44710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836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use this title animation slide with a new image simply 1) move the top semi-transparent shape</a:t>
            </a:r>
            <a:r>
              <a:rPr lang="en-US" baseline="0" dirty="0"/>
              <a:t> </a:t>
            </a:r>
            <a:r>
              <a:rPr lang="en-US" dirty="0"/>
              <a:t>to the side, 2) delete placeholder image,</a:t>
            </a:r>
            <a:r>
              <a:rPr lang="en-US" baseline="0" dirty="0"/>
              <a:t> </a:t>
            </a:r>
            <a:br>
              <a:rPr lang="en-US" baseline="0" dirty="0"/>
            </a:br>
            <a:r>
              <a:rPr lang="en-US" baseline="0" dirty="0"/>
              <a:t>3) click on the picture icon to add a new picture, 4) </a:t>
            </a:r>
            <a:r>
              <a:rPr lang="en-US" dirty="0"/>
              <a:t>Move semi-transparent shape back to original position, 5) Update text on slide.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CEA92-F142-4D57-B507-37BDAF44710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825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CEA92-F142-4D57-B507-37BDAF44710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467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CEA92-F142-4D57-B507-37BDAF44710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576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CEA92-F142-4D57-B507-37BDAF44710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947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CEA92-F142-4D57-B507-37BDAF44710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003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E3D85-5931-8CB6-5FCF-2F65E8FFA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1C09A5-59C9-E856-E4FC-286144E5F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1618D-4668-2316-B69C-2FA9397FBB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EF8FA-9E23-92F0-F429-A03733A9A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CEA92-F142-4D57-B507-37BDAF44710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066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CEA92-F142-4D57-B507-37BDAF44710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5604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A72AE-38FB-70C2-5FE9-D480EFF0E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BF09CB-7D70-6964-64BB-251982A71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0E516A-5650-591A-5951-78987FB89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D87E6-6C5F-13E3-3896-22757AB7C3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CEA92-F142-4D57-B507-37BDAF44710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2179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D2A76-2DA9-5F42-86F8-0EA70FCC6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340681-43A3-7C2D-FC4F-373696E85F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4ACD6E-DD73-9823-15CE-62E7BE26F1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16589-B226-B318-1E43-A7433DD81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CEA92-F142-4D57-B507-37BDAF44710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9040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A7556-F887-814C-61D6-24185E983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1C9CB2-C4AB-B8A5-844F-EDABAB852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B68AA2-2E1E-57C6-F535-706E1FE751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C7A65-C0B9-5012-A0EF-99E0C2C87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CEA92-F142-4D57-B507-37BDAF44710C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9962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CEA92-F142-4D57-B507-37BDAF44710C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951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ealanalytics.com/templates/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hyperlink" Target="http://www.nealanalytics.com/neal-creative/templates/" TargetMode="Externa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ealanalytics.com/neal-creative/templates/" TargetMode="Externa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ealanalytics.com/templates/" TargetMode="External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nealanalytics.com/neal-creative/templates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0_TITLE OR TRANSI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/>
          <p:cNvSpPr/>
          <p:nvPr userDrawn="1"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" name="Oval 18"/>
          <p:cNvSpPr/>
          <p:nvPr userDrawn="1"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" name="Oval 20"/>
          <p:cNvSpPr/>
          <p:nvPr userDrawn="1"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" name="Oval 21"/>
          <p:cNvSpPr/>
          <p:nvPr userDrawn="1"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19939" y="2240230"/>
            <a:ext cx="9107555" cy="2308324"/>
          </a:xfrm>
          <a:prstGeom prst="rect">
            <a:avLst/>
          </a:prstGeom>
          <a:noFill/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8000" b="1" i="0" kern="1200" spc="-3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301043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2" grpId="0" animBg="1"/>
      <p:bldP spid="22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with numb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/>
          <p:cNvSpPr/>
          <p:nvPr userDrawn="1"/>
        </p:nvSpPr>
        <p:spPr>
          <a:xfrm>
            <a:off x="3803737" y="-65233"/>
            <a:ext cx="4584526" cy="2297766"/>
          </a:xfrm>
          <a:custGeom>
            <a:avLst/>
            <a:gdLst>
              <a:gd name="connsiteX0" fmla="*/ 278 w 4584526"/>
              <a:gd name="connsiteY0" fmla="*/ 0 h 2297766"/>
              <a:gd name="connsiteX1" fmla="*/ 4584248 w 4584526"/>
              <a:gd name="connsiteY1" fmla="*/ 0 h 2297766"/>
              <a:gd name="connsiteX2" fmla="*/ 4584526 w 4584526"/>
              <a:gd name="connsiteY2" fmla="*/ 5503 h 2297766"/>
              <a:gd name="connsiteX3" fmla="*/ 2292263 w 4584526"/>
              <a:gd name="connsiteY3" fmla="*/ 2297766 h 2297766"/>
              <a:gd name="connsiteX4" fmla="*/ 0 w 4584526"/>
              <a:gd name="connsiteY4" fmla="*/ 5503 h 2297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4526" h="2297766">
                <a:moveTo>
                  <a:pt x="278" y="0"/>
                </a:moveTo>
                <a:lnTo>
                  <a:pt x="4584248" y="0"/>
                </a:lnTo>
                <a:lnTo>
                  <a:pt x="4584526" y="5503"/>
                </a:lnTo>
                <a:cubicBezTo>
                  <a:pt x="4584526" y="1271485"/>
                  <a:pt x="3558245" y="2297766"/>
                  <a:pt x="2292263" y="2297766"/>
                </a:cubicBezTo>
                <a:cubicBezTo>
                  <a:pt x="1026281" y="2297766"/>
                  <a:pt x="0" y="1271485"/>
                  <a:pt x="0" y="5503"/>
                </a:cubicBezTo>
                <a:close/>
              </a:path>
            </a:pathLst>
          </a:cu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" name="Footer Placeholder 4"/>
          <p:cNvSpPr txBox="1">
            <a:spLocks/>
          </p:cNvSpPr>
          <p:nvPr userDrawn="1"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02995" y="3383280"/>
            <a:ext cx="11660405" cy="625641"/>
          </a:xfrm>
          <a:prstGeom prst="rect">
            <a:avLst/>
          </a:prstGeom>
        </p:spPr>
        <p:txBody>
          <a:bodyPr vert="horz" lIns="457200" tIns="45720" rIns="45720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i="0" kern="1200" spc="40" baseline="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CLICK TO EDIT MASTER TITLE STYLE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923323" y="186061"/>
            <a:ext cx="4376615" cy="627351"/>
          </a:xfrm>
        </p:spPr>
        <p:txBody>
          <a:bodyPr/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14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Section Title Here</a:t>
            </a:r>
          </a:p>
          <a:p>
            <a:pPr lvl="1"/>
            <a:r>
              <a:rPr lang="en-US" dirty="0"/>
              <a:t>1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304801" y="4206240"/>
            <a:ext cx="11658600" cy="424732"/>
          </a:xfrm>
        </p:spPr>
        <p:txBody>
          <a:bodyPr lIns="457200" rIns="4572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2400" b="0" i="0" u="none" strike="noStrike" kern="1200" cap="none" spc="0" normalizeH="0" baseline="0">
                <a:ln>
                  <a:noFill/>
                </a:ln>
                <a:solidFill>
                  <a:srgbClr val="FFFFFF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rPr>
              <a:t>Add a short summary sentence here about title/statement above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5737094" y="1007413"/>
            <a:ext cx="792205" cy="1200329"/>
          </a:xfrm>
        </p:spPr>
        <p:txBody>
          <a:bodyPr wrap="none" anchor="ctr"/>
          <a:lstStyle>
            <a:lvl1pPr algn="ctr">
              <a:defRPr kumimoji="0" lang="en-US" sz="8000" b="1" i="0" u="none" strike="noStrike" kern="1200" cap="none" spc="0" normalizeH="0" baseline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641874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ONUT BASE SECTION 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 userDrawn="1"/>
        </p:nvSpPr>
        <p:spPr>
          <a:xfrm>
            <a:off x="2861702" y="157952"/>
            <a:ext cx="6483179" cy="648317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48777" y="2935629"/>
            <a:ext cx="5208335" cy="927824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95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dots"/>
          <p:cNvSpPr>
            <a:spLocks noChangeAspect="1"/>
          </p:cNvSpPr>
          <p:nvPr userDrawn="1"/>
        </p:nvSpPr>
        <p:spPr>
          <a:xfrm>
            <a:off x="3448777" y="745024"/>
            <a:ext cx="5309024" cy="5309025"/>
          </a:xfrm>
          <a:prstGeom prst="ellipse">
            <a:avLst/>
          </a:prstGeom>
          <a:noFill/>
          <a:ln w="184150" cap="rnd" cmpd="sng" algn="ctr">
            <a:solidFill>
              <a:schemeClr val="accent4"/>
            </a:solidFill>
            <a:prstDash val="sysDot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6376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Quote dark option FLUSH LEFT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2884235"/>
            <a:ext cx="11658600" cy="1089529"/>
          </a:xfrm>
        </p:spPr>
        <p:txBody>
          <a:bodyPr anchor="ctr"/>
          <a:lstStyle>
            <a:lvl1pPr marL="231775" indent="-231775" algn="l">
              <a:spcBef>
                <a:spcPts val="0"/>
              </a:spcBef>
              <a:defRPr sz="3600" b="0" baseline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</a:defRPr>
            </a:lvl1pPr>
            <a:lvl2pPr marL="109538" indent="0" algn="l">
              <a:spcBef>
                <a:spcPts val="0"/>
              </a:spcBef>
              <a:defRPr sz="3600" b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</a:lstStyle>
          <a:p>
            <a:pPr lvl="0"/>
            <a:r>
              <a:rPr lang="en-US" dirty="0"/>
              <a:t>“QUOTATION.”</a:t>
            </a:r>
          </a:p>
          <a:p>
            <a:pPr lvl="1"/>
            <a:r>
              <a:rPr lang="en-US" dirty="0"/>
              <a:t> BOLD</a:t>
            </a:r>
          </a:p>
        </p:txBody>
      </p:sp>
      <p:sp>
        <p:nvSpPr>
          <p:cNvPr id="7" name="Freeform: Shape 6"/>
          <p:cNvSpPr/>
          <p:nvPr userDrawn="1"/>
        </p:nvSpPr>
        <p:spPr>
          <a:xfrm>
            <a:off x="129521" y="0"/>
            <a:ext cx="2749481" cy="1364786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865562" y="5276808"/>
            <a:ext cx="8097838" cy="369332"/>
          </a:xfrm>
        </p:spPr>
        <p:txBody>
          <a:bodyPr/>
          <a:lstStyle>
            <a:lvl1pPr algn="r"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—Name and Company/Source goes here</a:t>
            </a:r>
          </a:p>
        </p:txBody>
      </p:sp>
    </p:spTree>
    <p:extLst>
      <p:ext uri="{BB962C8B-B14F-4D97-AF65-F5344CB8AC3E}">
        <p14:creationId xmlns:p14="http://schemas.microsoft.com/office/powerpoint/2010/main" val="3266280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dark option CENTERED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2884235"/>
            <a:ext cx="11658600" cy="1089529"/>
          </a:xfrm>
        </p:spPr>
        <p:txBody>
          <a:bodyPr anchor="ctr"/>
          <a:lstStyle>
            <a:lvl1pPr algn="ctr">
              <a:spcBef>
                <a:spcPts val="0"/>
              </a:spcBef>
              <a:defRPr sz="3600" b="0" baseline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</a:defRPr>
            </a:lvl1pPr>
            <a:lvl2pPr algn="ctr">
              <a:spcBef>
                <a:spcPts val="0"/>
              </a:spcBef>
              <a:defRPr sz="3600" b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</a:lstStyle>
          <a:p>
            <a:pPr lvl="0"/>
            <a:r>
              <a:rPr lang="en-US" dirty="0"/>
              <a:t>“QUOTATION.”</a:t>
            </a:r>
          </a:p>
          <a:p>
            <a:pPr lvl="1"/>
            <a:r>
              <a:rPr lang="en-US" dirty="0"/>
              <a:t>BOLD</a:t>
            </a:r>
          </a:p>
        </p:txBody>
      </p:sp>
      <p:sp>
        <p:nvSpPr>
          <p:cNvPr id="7" name="Freeform: Shape 6"/>
          <p:cNvSpPr/>
          <p:nvPr userDrawn="1"/>
        </p:nvSpPr>
        <p:spPr>
          <a:xfrm>
            <a:off x="129521" y="0"/>
            <a:ext cx="2749481" cy="1364786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865562" y="5276808"/>
            <a:ext cx="8097838" cy="369332"/>
          </a:xfrm>
        </p:spPr>
        <p:txBody>
          <a:bodyPr/>
          <a:lstStyle>
            <a:lvl1pPr algn="r"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—Name and Company/Source goes here</a:t>
            </a:r>
          </a:p>
        </p:txBody>
      </p:sp>
    </p:spTree>
    <p:extLst>
      <p:ext uri="{BB962C8B-B14F-4D97-AF65-F5344CB8AC3E}">
        <p14:creationId xmlns:p14="http://schemas.microsoft.com/office/powerpoint/2010/main" val="3031631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Quote dark option FLUSH LEF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2884235"/>
            <a:ext cx="11658600" cy="1089529"/>
          </a:xfrm>
        </p:spPr>
        <p:txBody>
          <a:bodyPr anchor="ctr"/>
          <a:lstStyle>
            <a:lvl1pPr marL="231775" indent="-231775" algn="l">
              <a:spcBef>
                <a:spcPts val="0"/>
              </a:spcBef>
              <a:defRPr sz="3600" b="0" baseline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</a:defRPr>
            </a:lvl1pPr>
            <a:lvl2pPr marL="109538" indent="0" algn="l">
              <a:spcBef>
                <a:spcPts val="0"/>
              </a:spcBef>
              <a:defRPr sz="3600" b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</a:lstStyle>
          <a:p>
            <a:pPr lvl="0"/>
            <a:r>
              <a:rPr lang="en-US" dirty="0"/>
              <a:t>“QUOTATION.”</a:t>
            </a:r>
          </a:p>
          <a:p>
            <a:pPr lvl="1"/>
            <a:r>
              <a:rPr lang="en-US" dirty="0"/>
              <a:t> BOLD</a:t>
            </a:r>
          </a:p>
        </p:txBody>
      </p:sp>
      <p:sp>
        <p:nvSpPr>
          <p:cNvPr id="7" name="Freeform: Shape 6"/>
          <p:cNvSpPr/>
          <p:nvPr userDrawn="1"/>
        </p:nvSpPr>
        <p:spPr>
          <a:xfrm>
            <a:off x="129521" y="0"/>
            <a:ext cx="2749481" cy="1364786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865562" y="5276808"/>
            <a:ext cx="8097838" cy="369332"/>
          </a:xfrm>
        </p:spPr>
        <p:txBody>
          <a:bodyPr/>
          <a:lstStyle>
            <a:lvl1pPr algn="r">
              <a:spcBef>
                <a:spcPts val="0"/>
              </a:spcBef>
              <a:defRPr sz="2000" b="0">
                <a:solidFill>
                  <a:schemeClr val="bg1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—Name and Company/Source goes here</a:t>
            </a:r>
          </a:p>
        </p:txBody>
      </p:sp>
    </p:spTree>
    <p:extLst>
      <p:ext uri="{BB962C8B-B14F-4D97-AF65-F5344CB8AC3E}">
        <p14:creationId xmlns:p14="http://schemas.microsoft.com/office/powerpoint/2010/main" val="2075739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light option 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5648960" y="419100"/>
            <a:ext cx="89408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solidFill>
                  <a:schemeClr val="accent4"/>
                </a:solidFill>
                <a:latin typeface="Arial Black" panose="020B0A04020102020204" pitchFamily="34" charset="0"/>
              </a:rPr>
              <a:t>“</a:t>
            </a:r>
            <a:endParaRPr lang="en-US" sz="2800" dirty="0">
              <a:solidFill>
                <a:schemeClr val="accent4"/>
              </a:solidFill>
            </a:endParaRP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408362" y="5335071"/>
            <a:ext cx="8097838" cy="369332"/>
          </a:xfrm>
        </p:spPr>
        <p:txBody>
          <a:bodyPr/>
          <a:lstStyle>
            <a:lvl1pPr algn="r">
              <a:spcBef>
                <a:spcPts val="0"/>
              </a:spcBef>
              <a:defRPr sz="2000">
                <a:solidFill>
                  <a:schemeClr val="tx2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—Name and Company/Source goes here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2884235"/>
            <a:ext cx="11658600" cy="1089529"/>
          </a:xfrm>
        </p:spPr>
        <p:txBody>
          <a:bodyPr anchor="ctr"/>
          <a:lstStyle>
            <a:lvl1pPr algn="ctr">
              <a:spcBef>
                <a:spcPts val="0"/>
              </a:spcBef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“QUOTATION.”</a:t>
            </a:r>
          </a:p>
          <a:p>
            <a:pPr lvl="1"/>
            <a:r>
              <a:rPr lang="en-US" dirty="0"/>
              <a:t>BOLD</a:t>
            </a:r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922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ark Callout with small Non-bullet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2597273"/>
            <a:ext cx="4868985" cy="1643527"/>
          </a:xfrm>
        </p:spPr>
        <p:txBody>
          <a:bodyPr wrap="square" lIns="91440" rIns="9144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2800" b="0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r>
              <a:rPr lang="en-US" dirty="0"/>
              <a:t>A short introduction</a:t>
            </a:r>
            <a:br>
              <a:rPr lang="en-US" dirty="0"/>
            </a:br>
            <a:r>
              <a:rPr lang="en-US" dirty="0"/>
              <a:t>to the data, revealing</a:t>
            </a:r>
            <a:br>
              <a:rPr lang="en-US" dirty="0"/>
            </a:br>
            <a:r>
              <a:rPr lang="en-US" dirty="0"/>
              <a:t>points one at a time, will enhance comprehension.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096000" y="419100"/>
            <a:ext cx="5671764" cy="1843069"/>
          </a:xfrm>
        </p:spPr>
        <p:txBody>
          <a:bodyPr/>
          <a:lstStyle>
            <a:lvl1pPr marL="0" indent="0" algn="l">
              <a:buNone/>
              <a:defRPr sz="22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1pPr>
            <a:lvl2pPr marL="0" indent="0" algn="l">
              <a:buNone/>
              <a:defRPr sz="20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  <a:lvl3pPr marL="0" indent="0" algn="l">
              <a:buNone/>
              <a:defRPr sz="18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3pPr>
            <a:lvl4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4pPr>
            <a:lvl5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555244" y="0"/>
            <a:ext cx="4083304" cy="1357295"/>
          </a:xfrm>
          <a:prstGeom prst="rect">
            <a:avLst/>
          </a:prstGeom>
        </p:spPr>
        <p:txBody>
          <a:bodyPr lIns="146304" tIns="420624" rIns="146304" anchor="t" anchorCtr="0"/>
          <a:lstStyle>
            <a:lvl1pPr algn="ctr">
              <a:defRPr lang="en-US" sz="3200" b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096000" y="2599498"/>
            <a:ext cx="5671764" cy="1843069"/>
          </a:xfrm>
        </p:spPr>
        <p:txBody>
          <a:bodyPr/>
          <a:lstStyle>
            <a:lvl1pPr marL="0" indent="0" algn="l">
              <a:buNone/>
              <a:defRPr sz="22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1pPr>
            <a:lvl2pPr marL="0" indent="0" algn="l">
              <a:buNone/>
              <a:defRPr sz="20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  <a:lvl3pPr marL="0" indent="0" algn="l">
              <a:buNone/>
              <a:defRPr sz="18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3pPr>
            <a:lvl4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4pPr>
            <a:lvl5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096000" y="4779896"/>
            <a:ext cx="5671764" cy="1843069"/>
          </a:xfrm>
        </p:spPr>
        <p:txBody>
          <a:bodyPr/>
          <a:lstStyle>
            <a:lvl1pPr marL="0" indent="0" algn="l">
              <a:buNone/>
              <a:defRPr sz="22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1pPr>
            <a:lvl2pPr marL="0" indent="0" algn="l">
              <a:buNone/>
              <a:defRPr sz="20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  <a:lvl3pPr marL="0" indent="0" algn="l">
              <a:buNone/>
              <a:defRPr sz="18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3pPr>
            <a:lvl4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4pPr>
            <a:lvl5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200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llout with small Non-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/>
          <p:cNvSpPr/>
          <p:nvPr userDrawn="1"/>
        </p:nvSpPr>
        <p:spPr>
          <a:xfrm>
            <a:off x="129521" y="0"/>
            <a:ext cx="4741280" cy="2353474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2472751"/>
            <a:ext cx="4566001" cy="1643527"/>
          </a:xfrm>
        </p:spPr>
        <p:txBody>
          <a:bodyPr wrap="square" lIns="91440" rIns="9144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2800" b="0" kern="1200" spc="0" baseline="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r>
              <a:rPr lang="en-US" dirty="0"/>
              <a:t>A short introduction</a:t>
            </a:r>
            <a:br>
              <a:rPr lang="en-US" dirty="0"/>
            </a:br>
            <a:r>
              <a:rPr lang="en-US" dirty="0"/>
              <a:t>to the data, revealing</a:t>
            </a:r>
            <a:br>
              <a:rPr lang="en-US" dirty="0"/>
            </a:br>
            <a:r>
              <a:rPr lang="en-US" dirty="0"/>
              <a:t>points one at a time, will enhance comprehension.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096000" y="419100"/>
            <a:ext cx="5671764" cy="1705723"/>
          </a:xfrm>
        </p:spPr>
        <p:txBody>
          <a:bodyPr/>
          <a:lstStyle>
            <a:lvl1pPr marL="0" indent="0" algn="l">
              <a:buNone/>
              <a:defRPr sz="2200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0600" y="6484937"/>
            <a:ext cx="42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AE1514C-5E56-4738-A1FF-4B1CFD2A3E3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555244" y="0"/>
            <a:ext cx="4083304" cy="1926336"/>
          </a:xfrm>
          <a:prstGeom prst="rect">
            <a:avLst/>
          </a:prstGeom>
        </p:spPr>
        <p:txBody>
          <a:bodyPr lIns="146304" tIns="420624" rIns="146304" anchor="t" anchorCtr="0"/>
          <a:lstStyle>
            <a:lvl1pPr>
              <a:defRPr lang="en-US" sz="3200" b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096000" y="2697329"/>
            <a:ext cx="5671764" cy="1705723"/>
          </a:xfrm>
        </p:spPr>
        <p:txBody>
          <a:bodyPr/>
          <a:lstStyle>
            <a:lvl1pPr marL="0" indent="0" algn="l">
              <a:buNone/>
              <a:defRPr sz="2200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096000" y="4975558"/>
            <a:ext cx="5671764" cy="1705723"/>
          </a:xfrm>
        </p:spPr>
        <p:txBody>
          <a:bodyPr/>
          <a:lstStyle>
            <a:lvl1pPr marL="0" indent="0" algn="l">
              <a:buNone/>
              <a:defRPr sz="2200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67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4.07407E-6 L 0.03178 0.00047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9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 build="p">
        <p:tmplLst>
          <p:tmpl lvl="1">
            <p:tnLst>
              <p:par>
                <p:cTn presetID="63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4.375E-6 -4.07407E-6 L 0.03178 0.00047 " pathEditMode="relative" rAng="0" ptsTypes="AA">
                      <p:cBhvr>
                        <p:cTn dur="750" fill="hold"/>
                        <p:tgtEl>
                          <p:spTgt spid="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1589" y="23"/>
                    </p:animMotion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allout with small Non-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/>
          <p:cNvSpPr/>
          <p:nvPr userDrawn="1"/>
        </p:nvSpPr>
        <p:spPr>
          <a:xfrm>
            <a:off x="129521" y="0"/>
            <a:ext cx="4741280" cy="2353474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431800"/>
            <a:ext cx="5371038" cy="1830245"/>
          </a:xfrm>
        </p:spPr>
        <p:txBody>
          <a:bodyPr wrap="square" lIns="146304" rIns="146304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3137" kern="1200" spc="0" baseline="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r>
              <a:rPr lang="en-US" dirty="0"/>
              <a:t>A short introduction</a:t>
            </a:r>
            <a:br>
              <a:rPr lang="en-US" dirty="0"/>
            </a:br>
            <a:r>
              <a:rPr lang="en-US" dirty="0"/>
              <a:t>to the data, revealing</a:t>
            </a:r>
            <a:br>
              <a:rPr lang="en-US" dirty="0"/>
            </a:br>
            <a:r>
              <a:rPr lang="en-US" dirty="0"/>
              <a:t>points one at a time, will enhance comprehension.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93687" y="3436331"/>
            <a:ext cx="2286000" cy="1802032"/>
          </a:xfrm>
        </p:spPr>
        <p:txBody>
          <a:bodyPr lIns="182880" tIns="146304" rIns="182880"/>
          <a:lstStyle>
            <a:lvl1pPr marL="0" indent="0" algn="l">
              <a:buNone/>
              <a:defRPr sz="1600" b="1">
                <a:latin typeface="+mn-lt"/>
              </a:defRPr>
            </a:lvl1pPr>
            <a:lvl2pPr marL="0" indent="0" algn="l"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buNone/>
              <a:defRPr sz="1200">
                <a:latin typeface="+mn-lt"/>
              </a:defRPr>
            </a:lvl3pPr>
            <a:lvl4pPr marL="0" indent="0" algn="l">
              <a:buNone/>
              <a:defRPr sz="1100">
                <a:latin typeface="+mn-lt"/>
              </a:defRPr>
            </a:lvl4pPr>
            <a:lvl5pPr marL="0" indent="0" algn="l">
              <a:buNone/>
              <a:defRPr sz="11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555244" y="0"/>
            <a:ext cx="4083304" cy="1926336"/>
          </a:xfrm>
          <a:prstGeom prst="rect">
            <a:avLst/>
          </a:prstGeom>
        </p:spPr>
        <p:txBody>
          <a:bodyPr lIns="146304" tIns="420624" rIns="146304" anchor="t" anchorCtr="0"/>
          <a:lstStyle>
            <a:lvl1pPr>
              <a:defRPr lang="en-US" sz="3200" b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2661017" y="3436331"/>
            <a:ext cx="2286000" cy="1802032"/>
          </a:xfrm>
        </p:spPr>
        <p:txBody>
          <a:bodyPr lIns="182880" tIns="146304" rIns="91440"/>
          <a:lstStyle>
            <a:lvl1pPr marL="0" indent="0" algn="l">
              <a:buNone/>
              <a:defRPr 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buNone/>
              <a:defRPr sz="1200" b="0">
                <a:latin typeface="+mn-lt"/>
              </a:defRPr>
            </a:lvl3pPr>
            <a:lvl4pPr marL="0" indent="0" algn="l">
              <a:buNone/>
              <a:defRPr sz="1100" b="0">
                <a:latin typeface="+mn-lt"/>
              </a:defRPr>
            </a:lvl4pPr>
            <a:lvl5pPr marL="0" indent="0" algn="l">
              <a:buNone/>
              <a:defRPr sz="1100" b="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5028347" y="3436331"/>
            <a:ext cx="2286000" cy="1802032"/>
          </a:xfrm>
        </p:spPr>
        <p:txBody>
          <a:bodyPr lIns="182880" tIns="146304" rIns="91440"/>
          <a:lstStyle>
            <a:lvl1pPr marL="0" indent="0" algn="l">
              <a:buNone/>
              <a:defRPr 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buNone/>
              <a:defRPr sz="1400" b="0">
                <a:solidFill>
                  <a:schemeClr val="tx1"/>
                </a:solidFill>
                <a:latin typeface="+mn-lt"/>
              </a:defRPr>
            </a:lvl2pPr>
            <a:lvl3pPr marL="0" indent="0" algn="l">
              <a:buNone/>
              <a:defRPr sz="1200" b="0">
                <a:latin typeface="+mn-lt"/>
              </a:defRPr>
            </a:lvl3pPr>
            <a:lvl4pPr marL="0" indent="0" algn="l">
              <a:buNone/>
              <a:defRPr sz="1100" b="0">
                <a:latin typeface="+mn-lt"/>
              </a:defRPr>
            </a:lvl4pPr>
            <a:lvl5pPr marL="0" indent="0" algn="l">
              <a:buNone/>
              <a:defRPr sz="1100" b="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7395677" y="3436331"/>
            <a:ext cx="2286000" cy="1802032"/>
          </a:xfrm>
        </p:spPr>
        <p:txBody>
          <a:bodyPr lIns="182880" tIns="146304" rIns="91440"/>
          <a:lstStyle>
            <a:lvl1pPr marL="0" indent="0" algn="l">
              <a:buNone/>
              <a:defRPr 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buNone/>
              <a:defRPr sz="1200" b="0">
                <a:latin typeface="+mn-lt"/>
              </a:defRPr>
            </a:lvl3pPr>
            <a:lvl4pPr marL="0" indent="0" algn="l">
              <a:buNone/>
              <a:defRPr sz="1100" b="0">
                <a:latin typeface="+mn-lt"/>
              </a:defRPr>
            </a:lvl4pPr>
            <a:lvl5pPr marL="0" indent="0" algn="l">
              <a:buNone/>
              <a:defRPr sz="11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9763006" y="3436331"/>
            <a:ext cx="2286000" cy="1802032"/>
          </a:xfrm>
        </p:spPr>
        <p:txBody>
          <a:bodyPr lIns="182880" tIns="146304" rIns="91440"/>
          <a:lstStyle>
            <a:lvl1pPr marL="0" indent="0" algn="l">
              <a:buNone/>
              <a:defRPr 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buNone/>
              <a:defRPr sz="1200" b="0">
                <a:latin typeface="+mn-lt"/>
              </a:defRPr>
            </a:lvl3pPr>
            <a:lvl4pPr marL="0" indent="0" algn="l">
              <a:buNone/>
              <a:defRPr sz="1100" b="0">
                <a:latin typeface="+mn-lt"/>
              </a:defRPr>
            </a:lvl4pPr>
            <a:lvl5pPr marL="0" indent="0" algn="l">
              <a:buNone/>
              <a:defRPr sz="1100" b="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3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804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,  5 Pillars smal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12143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598127"/>
            <a:ext cx="3714704" cy="2524794"/>
          </a:xfrm>
        </p:spPr>
        <p:txBody>
          <a:bodyPr lIns="91440" rIns="91440"/>
          <a:lstStyle>
            <a:lvl1pPr algn="ctr">
              <a:spcAft>
                <a:spcPts val="3000"/>
              </a:spcAft>
              <a:defRPr sz="24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4"/>
          </p:nvPr>
        </p:nvSpPr>
        <p:spPr>
          <a:xfrm>
            <a:off x="4168631" y="2598127"/>
            <a:ext cx="3840480" cy="2524794"/>
          </a:xfrm>
        </p:spPr>
        <p:txBody>
          <a:bodyPr lIns="91440" rIns="91440"/>
          <a:lstStyle>
            <a:lvl1pPr algn="ctr">
              <a:defRPr lang="en-US" sz="2400" kern="120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5"/>
          </p:nvPr>
        </p:nvSpPr>
        <p:spPr>
          <a:xfrm>
            <a:off x="8158238" y="2598127"/>
            <a:ext cx="3773077" cy="2524794"/>
          </a:xfrm>
        </p:spPr>
        <p:txBody>
          <a:bodyPr lIns="91440" rIns="91440"/>
          <a:lstStyle>
            <a:lvl1pPr algn="ctr">
              <a:defRPr lang="en-US" sz="2400" kern="120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reeform: Shape 10"/>
          <p:cNvSpPr/>
          <p:nvPr userDrawn="1"/>
        </p:nvSpPr>
        <p:spPr>
          <a:xfrm>
            <a:off x="129521" y="0"/>
            <a:ext cx="2749481" cy="1364786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6322" y="339408"/>
            <a:ext cx="2375877" cy="535531"/>
          </a:xfrm>
        </p:spPr>
        <p:txBody>
          <a:bodyPr/>
          <a:lstStyle>
            <a:lvl1pPr algn="ctr">
              <a:defRPr lang="en-US" sz="3200" b="0" i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2879003" y="419100"/>
            <a:ext cx="9084398" cy="13700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865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 5 Pillars smal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12143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658" y="3493674"/>
            <a:ext cx="2377440" cy="2226763"/>
          </a:xfrm>
        </p:spPr>
        <p:txBody>
          <a:bodyPr lIns="146304" rIns="146304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/>
          <a:lstStyle/>
          <a:p>
            <a:fld id="{5AE1514C-5E56-4738-A1FF-4B1CFD2A3E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4"/>
          </p:nvPr>
        </p:nvSpPr>
        <p:spPr>
          <a:xfrm>
            <a:off x="2483635" y="3493674"/>
            <a:ext cx="2377440" cy="2226763"/>
          </a:xfrm>
        </p:spPr>
        <p:txBody>
          <a:bodyPr lIns="146304" rIns="146304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5"/>
          </p:nvPr>
        </p:nvSpPr>
        <p:spPr>
          <a:xfrm>
            <a:off x="4898612" y="3493674"/>
            <a:ext cx="2377440" cy="2226763"/>
          </a:xfrm>
        </p:spPr>
        <p:txBody>
          <a:bodyPr lIns="146304" rIns="146304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6"/>
          </p:nvPr>
        </p:nvSpPr>
        <p:spPr>
          <a:xfrm>
            <a:off x="7313589" y="3493674"/>
            <a:ext cx="2377440" cy="2226763"/>
          </a:xfrm>
        </p:spPr>
        <p:txBody>
          <a:bodyPr lIns="146304" rIns="146304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7"/>
          </p:nvPr>
        </p:nvSpPr>
        <p:spPr>
          <a:xfrm>
            <a:off x="9728566" y="3493674"/>
            <a:ext cx="2377440" cy="2226763"/>
          </a:xfrm>
        </p:spPr>
        <p:txBody>
          <a:bodyPr lIns="146304" rIns="146304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297258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2712235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 userDrawn="1"/>
        </p:nvSpPr>
        <p:spPr>
          <a:xfrm>
            <a:off x="7542189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9957166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5127212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70361"/>
            <a:ext cx="12192000" cy="535531"/>
          </a:xfr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2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8" hasCustomPrompt="1"/>
          </p:nvPr>
        </p:nvSpPr>
        <p:spPr>
          <a:xfrm>
            <a:off x="68658" y="2577396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9" hasCustomPrompt="1"/>
          </p:nvPr>
        </p:nvSpPr>
        <p:spPr>
          <a:xfrm>
            <a:off x="2483635" y="2577396"/>
            <a:ext cx="2377440" cy="840230"/>
          </a:xfrm>
        </p:spPr>
        <p:txBody>
          <a:bodyPr lIns="146304" rIns="146304"/>
          <a:lstStyle>
            <a:lvl1pPr algn="ctr">
              <a:defRPr lang="en-US" sz="5400" b="1" kern="12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#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20" hasCustomPrompt="1"/>
          </p:nvPr>
        </p:nvSpPr>
        <p:spPr>
          <a:xfrm>
            <a:off x="4898612" y="2577396"/>
            <a:ext cx="2377440" cy="840230"/>
          </a:xfrm>
        </p:spPr>
        <p:txBody>
          <a:bodyPr vert="horz" wrap="square" lIns="146304" tIns="45720" rIns="146304" bIns="45720" rtlCol="0">
            <a:spAutoFit/>
          </a:bodyPr>
          <a:lstStyle>
            <a:lvl1pPr algn="ctr">
              <a:defRPr lang="en-US" sz="54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 algn="ctr"/>
            <a:r>
              <a:rPr lang="en-US" dirty="0"/>
              <a:t>#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21" hasCustomPrompt="1"/>
          </p:nvPr>
        </p:nvSpPr>
        <p:spPr>
          <a:xfrm>
            <a:off x="7313589" y="2577396"/>
            <a:ext cx="2377440" cy="840230"/>
          </a:xfrm>
        </p:spPr>
        <p:txBody>
          <a:bodyPr vert="horz" wrap="square" lIns="146304" tIns="45720" rIns="146304" bIns="45720" rtlCol="0">
            <a:spAutoFit/>
          </a:bodyPr>
          <a:lstStyle>
            <a:lvl1pPr algn="ctr">
              <a:defRPr lang="en-US" sz="54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 algn="ctr"/>
            <a:r>
              <a:rPr lang="en-US" dirty="0"/>
              <a:t>#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idx="22" hasCustomPrompt="1"/>
          </p:nvPr>
        </p:nvSpPr>
        <p:spPr>
          <a:xfrm>
            <a:off x="9728566" y="2577396"/>
            <a:ext cx="2377440" cy="840230"/>
          </a:xfrm>
        </p:spPr>
        <p:txBody>
          <a:bodyPr vert="horz" wrap="square" lIns="146304" tIns="45720" rIns="146304" bIns="45720" rtlCol="0">
            <a:spAutoFit/>
          </a:bodyPr>
          <a:lstStyle>
            <a:lvl1pPr algn="ctr">
              <a:defRPr lang="en-US" sz="54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 algn="ctr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249118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11" dur="75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12" dur="75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25" dur="75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26" dur="75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1" fill="hold">
                          <p:stCondLst>
                            <p:cond delay="indefinite"/>
                          </p:stCondLst>
                          <p:childTnLst>
                            <p:par>
                              <p:cTn id="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3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39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40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5" fill="hold">
                          <p:stCondLst>
                            <p:cond delay="indefinite"/>
                          </p:stCondLst>
                          <p:childTnLst>
                            <p:par>
                              <p:cTn id="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53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54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67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68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2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uiExpand="1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7" grpId="0" uiExpand="1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9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0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0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1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1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1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uiExpand="1" build="p">
            <p:tmplLst>
              <p:tmpl lvl="1"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2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3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4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5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8" grpId="0" uiExpand="1" build="p">
            <p:tmplLst>
              <p:tmpl lvl="1"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2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3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4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5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9" grpId="0">
            <p:tmplLst>
              <p:tmpl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20" grpId="0">
            <p:tmplLst>
              <p:tmpl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20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2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21" grpId="0">
            <p:tmplLst>
              <p:tmpl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21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21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75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75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1" fill="hold">
                          <p:stCondLst>
                            <p:cond delay="indefinite"/>
                          </p:stCondLst>
                          <p:childTnLst>
                            <p:par>
                              <p:cTn id="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3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5" fill="hold">
                          <p:stCondLst>
                            <p:cond delay="indefinite"/>
                          </p:stCondLst>
                          <p:childTnLst>
                            <p:par>
                              <p:cTn id="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3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2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uiExpand="1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7" grpId="0" uiExpand="1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9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0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0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1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1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1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uiExpand="1" build="p">
            <p:tmplLst>
              <p:tmpl lvl="1"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2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3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4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5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8" grpId="0" uiExpand="1" build="p">
            <p:tmplLst>
              <p:tmpl lvl="1"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2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3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4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5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9" grpId="0">
            <p:tmplLst>
              <p:tmpl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20" grpId="0">
            <p:tmplLst>
              <p:tmpl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20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2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21" grpId="0">
            <p:tmplLst>
              <p:tmpl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21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21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50-50 Right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6129304" y="0"/>
            <a:ext cx="6062696" cy="6856100"/>
          </a:xfrm>
          <a:blipFill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3600" b="1" cap="none" baseline="0">
                <a:solidFill>
                  <a:srgbClr val="FFC000"/>
                </a:solidFill>
                <a:latin typeface="+mn-lt"/>
              </a:defRPr>
            </a:lvl1pPr>
          </a:lstStyle>
          <a:p>
            <a:r>
              <a:rPr lang="en-US" dirty="0"/>
              <a:t>Click icon to add pictures or go online at…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8" hasCustomPrompt="1"/>
          </p:nvPr>
        </p:nvSpPr>
        <p:spPr>
          <a:xfrm>
            <a:off x="1875949" y="419100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0" y="3428050"/>
            <a:ext cx="6129304" cy="2754087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1554163"/>
            <a:ext cx="6096000" cy="535531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193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-50 Right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129304" y="0"/>
            <a:ext cx="6062696" cy="6856100"/>
          </a:xfrm>
          <a:blipFill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3600" b="1" cap="none" baseline="0">
                <a:solidFill>
                  <a:srgbClr val="FFC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37561" y="6484937"/>
            <a:ext cx="3877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5AE1514C-5E56-4738-A1FF-4B1CFD2A3E3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8" hasCustomPrompt="1"/>
          </p:nvPr>
        </p:nvSpPr>
        <p:spPr>
          <a:xfrm>
            <a:off x="1875949" y="419100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0" y="3429000"/>
            <a:ext cx="6096000" cy="2594043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spcAft>
                <a:spcPts val="600"/>
              </a:spcAft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1554163"/>
            <a:ext cx="6096000" cy="548957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Slide Number Placeholder 7"/>
          <p:cNvSpPr txBox="1">
            <a:spLocks/>
          </p:cNvSpPr>
          <p:nvPr userDrawn="1"/>
        </p:nvSpPr>
        <p:spPr>
          <a:xfrm>
            <a:off x="10343911" y="6498718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7E989-D798-4C62-8E93-3D2D613C248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9579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50-50 Right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129304" y="0"/>
            <a:ext cx="6062696" cy="6856100"/>
          </a:xfrm>
          <a:blipFill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3600" b="1" cap="none" baseline="0">
                <a:solidFill>
                  <a:srgbClr val="FFC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0" y="3429000"/>
            <a:ext cx="6129304" cy="2754087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8" hasCustomPrompt="1"/>
          </p:nvPr>
        </p:nvSpPr>
        <p:spPr>
          <a:xfrm>
            <a:off x="1875949" y="419100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1554163"/>
            <a:ext cx="6129304" cy="535531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233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50-50 Left Photo Layou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 flipH="1">
            <a:off x="-1" y="0"/>
            <a:ext cx="6094444" cy="6856100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568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094443" y="3425619"/>
            <a:ext cx="6097555" cy="2754087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6094443" y="1554163"/>
            <a:ext cx="6097556" cy="535531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8" hasCustomPrompt="1"/>
          </p:nvPr>
        </p:nvSpPr>
        <p:spPr>
          <a:xfrm>
            <a:off x="7743349" y="419100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201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50-50 Left Photo Layou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0" y="0"/>
            <a:ext cx="6094444" cy="6856100"/>
          </a:xfrm>
          <a:blipFill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568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180534" y="3429000"/>
            <a:ext cx="6011466" cy="2754087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solidFill>
                  <a:schemeClr val="tx2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6180534" y="1554163"/>
            <a:ext cx="5791200" cy="535531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8" hasCustomPrompt="1"/>
          </p:nvPr>
        </p:nvSpPr>
        <p:spPr>
          <a:xfrm>
            <a:off x="7743349" y="419100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2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61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50-50 Left Photo Layou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 flipH="1">
            <a:off x="0" y="0"/>
            <a:ext cx="6094444" cy="6856100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568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138266" y="3457545"/>
            <a:ext cx="6053733" cy="2754087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solidFill>
                  <a:schemeClr val="tx2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6138267" y="1554164"/>
            <a:ext cx="5875734" cy="535531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3200" b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1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dirty="0"/>
              <a:t>50/50 photo layout</a:t>
            </a:r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8845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50-50 Left Photo Layou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 flipH="1">
            <a:off x="-1" y="0"/>
            <a:ext cx="6094444" cy="6856100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568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096000" y="2356398"/>
            <a:ext cx="6096000" cy="2145203"/>
          </a:xfrm>
        </p:spPr>
        <p:txBody>
          <a:bodyPr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ts val="2400"/>
              </a:spcBef>
              <a:spcAft>
                <a:spcPts val="6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spcBef>
                <a:spcPts val="0"/>
              </a:spcBef>
              <a:spcAft>
                <a:spcPts val="600"/>
              </a:spcAft>
              <a:defRPr sz="2800"/>
            </a:lvl2pPr>
            <a:lvl3pPr algn="ctr">
              <a:spcBef>
                <a:spcPts val="0"/>
              </a:spcBef>
              <a:spcAft>
                <a:spcPts val="600"/>
              </a:spcAft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spcBef>
                <a:spcPts val="0"/>
              </a:spcBef>
              <a:spcAft>
                <a:spcPts val="600"/>
              </a:spcAft>
              <a:defRPr sz="2000" b="1"/>
            </a:lvl4pPr>
            <a:lvl5pPr algn="ctr">
              <a:spcBef>
                <a:spcPts val="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0548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50-50 Left Photo Layou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0413" cy="6858000"/>
          </a:xfrm>
          <a:blipFill>
            <a:blip r:embed="rId2"/>
            <a:stretch>
              <a:fillRect/>
            </a:stretch>
          </a:blipFill>
        </p:spPr>
        <p:txBody>
          <a:bodyPr anchor="ctr" anchorCtr="0">
            <a:noAutofit/>
          </a:bodyPr>
          <a:lstStyle>
            <a:lvl1pPr algn="r">
              <a:defRPr baseline="0"/>
            </a:lvl1pPr>
          </a:lstStyle>
          <a:p>
            <a:r>
              <a:rPr lang="en-US" dirty="0"/>
              <a:t>Full Bleed Picture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8" hasCustomPrompt="1"/>
          </p:nvPr>
        </p:nvSpPr>
        <p:spPr>
          <a:xfrm>
            <a:off x="1875949" y="419100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304800" y="3429000"/>
            <a:ext cx="5960269" cy="2754087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04800" y="1554164"/>
            <a:ext cx="5875734" cy="535531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3200" b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1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dirty="0"/>
              <a:t>Headline</a:t>
            </a:r>
          </a:p>
        </p:txBody>
      </p:sp>
      <p:sp>
        <p:nvSpPr>
          <p:cNvPr id="13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1402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llout with small Non-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29748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69240" y="3367878"/>
            <a:ext cx="5192775" cy="1830245"/>
          </a:xfrm>
        </p:spPr>
        <p:txBody>
          <a:bodyPr wrap="square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3137" kern="1200" spc="0" baseline="0" dirty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r>
              <a:rPr lang="en-US" dirty="0"/>
              <a:t>A short introduction</a:t>
            </a:r>
            <a:br>
              <a:rPr lang="en-US" dirty="0"/>
            </a:br>
            <a:r>
              <a:rPr lang="en-US" dirty="0"/>
              <a:t>to the data, revealing</a:t>
            </a:r>
            <a:br>
              <a:rPr lang="en-US" dirty="0"/>
            </a:br>
            <a:r>
              <a:rPr lang="en-US" dirty="0"/>
              <a:t>points one at a time, will enhance comprehension.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253316" y="3503950"/>
            <a:ext cx="5671764" cy="1705723"/>
          </a:xfrm>
        </p:spPr>
        <p:txBody>
          <a:bodyPr/>
          <a:lstStyle>
            <a:lvl1pPr marL="0" indent="0" algn="l">
              <a:buNone/>
              <a:defRPr sz="1961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2974848"/>
          </a:xfrm>
          <a:blipFill>
            <a:blip r:embed="rId2"/>
            <a:srcRect/>
            <a:stretch>
              <a:fillRect t="-65721" r="-4798" b="-46455"/>
            </a:stretch>
          </a:blipFill>
        </p:spPr>
        <p:txBody>
          <a:bodyPr anchor="ctr" anchorCtr="0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1981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 noChangeAspect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 lIns="91440">
            <a:noAutofit/>
          </a:bodyPr>
          <a:lstStyle>
            <a:lvl1pPr algn="ctr">
              <a:defRPr/>
            </a:lvl1pPr>
          </a:lstStyle>
          <a:p>
            <a:r>
              <a:rPr lang="en-US" baseline="0"/>
              <a:t>Click icon to add picture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/>
          <a:lstStyle/>
          <a:p>
            <a:fld id="{5AE1514C-5E56-4738-A1FF-4B1CFD2A3E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6652" y="2567613"/>
            <a:ext cx="8804365" cy="1403495"/>
          </a:xfrm>
          <a:prstGeom prst="rect">
            <a:avLst/>
          </a:prstGeom>
        </p:spPr>
        <p:txBody>
          <a:bodyPr/>
          <a:lstStyle>
            <a:lvl1pPr algn="l">
              <a:defRPr lang="en-US" sz="8800" b="1" i="0" kern="1200" spc="1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FFFFFF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581150" y="3971108"/>
            <a:ext cx="9461500" cy="757130"/>
          </a:xfrm>
        </p:spPr>
        <p:txBody>
          <a:bodyPr/>
          <a:lstStyle>
            <a:lvl1pPr algn="l">
              <a:defRPr lang="en-US" sz="4800" b="1" i="0" kern="1200" spc="300" dirty="0" smtClean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FFFFFF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4073567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/>
          <a:lstStyle/>
          <a:p>
            <a:fld id="{5AE1514C-5E56-4738-A1FF-4B1CFD2A3E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sz="quarter" idx="13"/>
          </p:nvPr>
        </p:nvSpPr>
        <p:spPr>
          <a:xfrm>
            <a:off x="0" y="0"/>
            <a:ext cx="12066954" cy="6858000"/>
          </a:xfrm>
        </p:spPr>
        <p:txBody>
          <a:bodyPr anchor="ctr">
            <a:noAutofit/>
          </a:bodyPr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3958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/>
          <a:lstStyle/>
          <a:p>
            <a:fld id="{5AE1514C-5E56-4738-A1FF-4B1CFD2A3E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6482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4BDA58-9C93-4222-A4EC-4BEB46CE06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5"/>
            <a:ext cx="12192000" cy="685164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/>
          <a:lstStyle/>
          <a:p>
            <a:fld id="{5AE1514C-5E56-4738-A1FF-4B1CFD2A3E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Box 5">
            <a:hlinkClick r:id="rId3"/>
            <a:extLst>
              <a:ext uri="{FF2B5EF4-FFF2-40B4-BE49-F238E27FC236}">
                <a16:creationId xmlns:a16="http://schemas.microsoft.com/office/drawing/2014/main" id="{FC5E276D-531E-45A9-B450-EFEC62CDC8DF}"/>
              </a:ext>
            </a:extLst>
          </p:cNvPr>
          <p:cNvSpPr txBox="1"/>
          <p:nvPr userDrawn="1"/>
        </p:nvSpPr>
        <p:spPr>
          <a:xfrm>
            <a:off x="4961284" y="93791"/>
            <a:ext cx="2269433" cy="31651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0" r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Neal Creative  | click &amp; </a:t>
            </a: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Learn more</a:t>
            </a:r>
          </a:p>
        </p:txBody>
      </p:sp>
      <p:sp>
        <p:nvSpPr>
          <p:cNvPr id="7" name="TextBox 6">
            <a:hlinkClick r:id="rId4"/>
          </p:cNvPr>
          <p:cNvSpPr txBox="1"/>
          <p:nvPr userDrawn="1"/>
        </p:nvSpPr>
        <p:spPr>
          <a:xfrm>
            <a:off x="0" y="6548363"/>
            <a:ext cx="1209664" cy="346234"/>
          </a:xfrm>
          <a:prstGeom prst="roundRect">
            <a:avLst>
              <a:gd name="adj" fmla="val 50000"/>
            </a:avLst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tx1"/>
                </a:solidFill>
              </a:rPr>
              <a:t>Neal Creative </a:t>
            </a: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</a:t>
            </a:r>
            <a:r>
              <a:rPr lang="en-US" sz="1000" baseline="0" dirty="0">
                <a:solidFill>
                  <a:schemeClr val="tx1"/>
                </a:solidFill>
              </a:rPr>
              <a:t> 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F273A61-5610-4355-89F3-7C90515BFCC9}"/>
              </a:ext>
            </a:extLst>
          </p:cNvPr>
          <p:cNvGrpSpPr/>
          <p:nvPr userDrawn="1"/>
        </p:nvGrpSpPr>
        <p:grpSpPr>
          <a:xfrm>
            <a:off x="5976075" y="3634505"/>
            <a:ext cx="1700633" cy="1798732"/>
            <a:chOff x="5976075" y="3634505"/>
            <a:chExt cx="1700633" cy="179873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A49345F-7A53-4131-8BB4-087032A6CC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061135" y="4142336"/>
              <a:ext cx="860601" cy="1290901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596D35F-1F19-4447-829C-790DF2B8D2DD}"/>
                </a:ext>
              </a:extLst>
            </p:cNvPr>
            <p:cNvSpPr txBox="1"/>
            <p:nvPr/>
          </p:nvSpPr>
          <p:spPr>
            <a:xfrm>
              <a:off x="5976075" y="3634505"/>
              <a:ext cx="1700633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TIP </a:t>
              </a:r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│ Use the built-in c</a:t>
              </a:r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olor palette with green and yellow for callouts and accents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35567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R TRANSI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/>
          <p:cNvSpPr/>
          <p:nvPr userDrawn="1"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" name="Oval 18"/>
          <p:cNvSpPr/>
          <p:nvPr userDrawn="1"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" name="Oval 20"/>
          <p:cNvSpPr/>
          <p:nvPr userDrawn="1"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" name="Oval 21"/>
          <p:cNvSpPr/>
          <p:nvPr userDrawn="1"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19939" y="2240230"/>
            <a:ext cx="9107555" cy="2308324"/>
          </a:xfrm>
          <a:prstGeom prst="rect">
            <a:avLst/>
          </a:prstGeom>
          <a:noFill/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8000" b="1" i="0" kern="1200" spc="-3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TextBox 7">
            <a:hlinkClick r:id="rId2"/>
            <a:extLst>
              <a:ext uri="{FF2B5EF4-FFF2-40B4-BE49-F238E27FC236}">
                <a16:creationId xmlns:a16="http://schemas.microsoft.com/office/drawing/2014/main" id="{E516C148-33F4-423B-AB9D-096AA82E12F1}"/>
              </a:ext>
            </a:extLst>
          </p:cNvPr>
          <p:cNvSpPr txBox="1"/>
          <p:nvPr userDrawn="1"/>
        </p:nvSpPr>
        <p:spPr>
          <a:xfrm>
            <a:off x="191616" y="6337795"/>
            <a:ext cx="1209664" cy="346234"/>
          </a:xfrm>
          <a:prstGeom prst="roundRect">
            <a:avLst>
              <a:gd name="adj" fmla="val 50000"/>
            </a:avLst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noProof="0" dirty="0">
                <a:solidFill>
                  <a:schemeClr val="bg2">
                    <a:lumMod val="50000"/>
                  </a:schemeClr>
                </a:solidFill>
              </a:rPr>
              <a:t>Neal Creative </a:t>
            </a:r>
            <a:r>
              <a:rPr lang="en-US" sz="900" kern="1200" noProof="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</a:t>
            </a:r>
            <a:r>
              <a:rPr lang="en-US" sz="1000" baseline="0" noProof="0" dirty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000" b="1" noProof="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6202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2" grpId="0" animBg="1"/>
      <p:bldP spid="22" grpId="1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allout with small Non-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29748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69240" y="3367878"/>
            <a:ext cx="5192775" cy="1830245"/>
          </a:xfrm>
        </p:spPr>
        <p:txBody>
          <a:bodyPr wrap="square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3137" kern="1200" spc="0" baseline="0" dirty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r>
              <a:rPr lang="en-US" dirty="0"/>
              <a:t>A short introduction</a:t>
            </a:r>
            <a:br>
              <a:rPr lang="en-US" dirty="0"/>
            </a:br>
            <a:r>
              <a:rPr lang="en-US" dirty="0"/>
              <a:t>to the data, revealing</a:t>
            </a:r>
            <a:br>
              <a:rPr lang="en-US" dirty="0"/>
            </a:br>
            <a:r>
              <a:rPr lang="en-US" dirty="0"/>
              <a:t>points one at a time, will enhance comprehension.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253316" y="3503950"/>
            <a:ext cx="5671764" cy="1705723"/>
          </a:xfrm>
        </p:spPr>
        <p:txBody>
          <a:bodyPr/>
          <a:lstStyle>
            <a:lvl1pPr marL="0" indent="0" algn="l">
              <a:buNone/>
              <a:defRPr sz="1961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2974848"/>
          </a:xfrm>
          <a:blipFill>
            <a:blip r:embed="rId2"/>
            <a:srcRect/>
            <a:stretch>
              <a:fillRect t="-65721" r="-4798" b="-46455"/>
            </a:stretch>
          </a:blipFill>
        </p:spPr>
        <p:txBody>
          <a:bodyPr anchor="ctr" anchorCtr="0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Box 11">
            <a:hlinkClick r:id="rId3"/>
            <a:extLst>
              <a:ext uri="{FF2B5EF4-FFF2-40B4-BE49-F238E27FC236}">
                <a16:creationId xmlns:a16="http://schemas.microsoft.com/office/drawing/2014/main" id="{B2DA80A1-9E22-4BFF-8562-466123B36943}"/>
              </a:ext>
            </a:extLst>
          </p:cNvPr>
          <p:cNvSpPr txBox="1"/>
          <p:nvPr userDrawn="1"/>
        </p:nvSpPr>
        <p:spPr>
          <a:xfrm>
            <a:off x="9089198" y="6298102"/>
            <a:ext cx="2466220" cy="367873"/>
          </a:xfrm>
          <a:prstGeom prst="roundRect">
            <a:avLst>
              <a:gd name="adj" fmla="val 50000"/>
            </a:avLst>
          </a:prstGeom>
          <a:solidFill>
            <a:srgbClr val="004568"/>
          </a:solidFill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Neal Creative  | click &amp; </a:t>
            </a: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Learn more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419099"/>
            <a:ext cx="8917577" cy="62592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>
            <a:hlinkClick r:id="rId4"/>
            <a:extLst>
              <a:ext uri="{FF2B5EF4-FFF2-40B4-BE49-F238E27FC236}">
                <a16:creationId xmlns:a16="http://schemas.microsoft.com/office/drawing/2014/main" id="{1AF511EA-044E-4300-B921-D56138FE402E}"/>
              </a:ext>
            </a:extLst>
          </p:cNvPr>
          <p:cNvSpPr txBox="1"/>
          <p:nvPr userDrawn="1"/>
        </p:nvSpPr>
        <p:spPr>
          <a:xfrm>
            <a:off x="191616" y="6337795"/>
            <a:ext cx="1209664" cy="346234"/>
          </a:xfrm>
          <a:prstGeom prst="roundRect">
            <a:avLst>
              <a:gd name="adj" fmla="val 50000"/>
            </a:avLst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75000"/>
                  </a:schemeClr>
                </a:solidFill>
              </a:rPr>
              <a:t>Neal Creative </a:t>
            </a:r>
            <a:r>
              <a:rPr lang="en-US" sz="900" kern="1200" dirty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</a:t>
            </a:r>
            <a:r>
              <a:rPr lang="en-US" sz="1000" baseline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endParaRPr lang="en-US" sz="1000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340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75347"/>
            <a:ext cx="11658600" cy="187076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304800" y="419100"/>
            <a:ext cx="11658600" cy="59093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510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12" r:id="rId2"/>
    <p:sldLayoutId id="2147483672" r:id="rId3"/>
    <p:sldLayoutId id="2147483749" r:id="rId4"/>
    <p:sldLayoutId id="2147483750" r:id="rId5"/>
    <p:sldLayoutId id="2147483752" r:id="rId6"/>
    <p:sldLayoutId id="2147483674" r:id="rId7"/>
    <p:sldLayoutId id="2147483720" r:id="rId8"/>
    <p:sldLayoutId id="2147483721" r:id="rId9"/>
    <p:sldLayoutId id="2147483732" r:id="rId10"/>
    <p:sldLayoutId id="2147483730" r:id="rId11"/>
    <p:sldLayoutId id="2147483716" r:id="rId12"/>
    <p:sldLayoutId id="2147483735" r:id="rId13"/>
    <p:sldLayoutId id="2147483700" r:id="rId14"/>
    <p:sldLayoutId id="2147483734" r:id="rId15"/>
    <p:sldLayoutId id="2147483701" r:id="rId16"/>
    <p:sldLayoutId id="2147483736" r:id="rId17"/>
    <p:sldLayoutId id="2147483733" r:id="rId18"/>
    <p:sldLayoutId id="2147483741" r:id="rId19"/>
    <p:sldLayoutId id="2147483727" r:id="rId20"/>
    <p:sldLayoutId id="2147483719" r:id="rId21"/>
    <p:sldLayoutId id="2147483655" r:id="rId22"/>
    <p:sldLayoutId id="2147483748" r:id="rId23"/>
    <p:sldLayoutId id="2147483753" r:id="rId24"/>
    <p:sldLayoutId id="2147483747" r:id="rId25"/>
    <p:sldLayoutId id="2147483745" r:id="rId26"/>
    <p:sldLayoutId id="2147483737" r:id="rId2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i="0" kern="1200" spc="300" dirty="0">
          <a:gradFill>
            <a:gsLst>
              <a:gs pos="15000">
                <a:schemeClr val="tx1"/>
              </a:gs>
              <a:gs pos="47000">
                <a:schemeClr val="tx1"/>
              </a:gs>
            </a:gsLst>
            <a:lin ang="5400000" scaled="1"/>
          </a:gradFill>
          <a:latin typeface="Segoe UI Semibold" panose="020B0702040204020203" pitchFamily="34" charset="0"/>
          <a:ea typeface="+mn-ea"/>
          <a:cs typeface="Segoe UI Semibold" panose="020B07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gradFill>
            <a:gsLst>
              <a:gs pos="15000">
                <a:schemeClr val="tx1"/>
              </a:gs>
              <a:gs pos="47000">
                <a:schemeClr val="tx1"/>
              </a:gs>
            </a:gsLst>
            <a:lin ang="5400000" scaled="1"/>
          </a:gra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192" userDrawn="1">
          <p15:clr>
            <a:srgbClr val="F26B43"/>
          </p15:clr>
        </p15:guide>
        <p15:guide id="4" pos="7536" userDrawn="1">
          <p15:clr>
            <a:srgbClr val="F26B43"/>
          </p15:clr>
        </p15:guide>
        <p15:guide id="5" orient="horz" pos="264" userDrawn="1">
          <p15:clr>
            <a:srgbClr val="F26B43"/>
          </p15:clr>
        </p15:guide>
        <p15:guide id="6" orient="horz" pos="792" userDrawn="1">
          <p15:clr>
            <a:srgbClr val="F26B43"/>
          </p15:clr>
        </p15:guide>
        <p15:guide id="7" orient="horz" pos="420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3ryOC4ugap_Ed3UjXIBolP9DacidKPvO?usp=drive_link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7117EC-3464-6440-668A-66C05A5E8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791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Placeholder 30"/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Oval 9"/>
          <p:cNvSpPr/>
          <p:nvPr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mpd="thinThick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Title 6"/>
          <p:cNvSpPr txBox="1">
            <a:spLocks/>
          </p:cNvSpPr>
          <p:nvPr/>
        </p:nvSpPr>
        <p:spPr>
          <a:xfrm>
            <a:off x="1679957" y="3280601"/>
            <a:ext cx="5909265" cy="874205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i="0" kern="1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sz="8800" spc="-30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lt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2022385" y="800071"/>
            <a:ext cx="8804365" cy="840230"/>
          </a:xfrm>
        </p:spPr>
        <p:txBody>
          <a:bodyPr/>
          <a:lstStyle/>
          <a:p>
            <a:pPr algn="ctr"/>
            <a:r>
              <a:rPr lang="en-US" sz="5400" dirty="0"/>
              <a:t>Machine-Learning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35011" y="1687827"/>
            <a:ext cx="12179112" cy="757130"/>
          </a:xfrm>
        </p:spPr>
        <p:txBody>
          <a:bodyPr/>
          <a:lstStyle/>
          <a:p>
            <a:pPr algn="ctr"/>
            <a:r>
              <a:rPr lang="en-US" dirty="0"/>
              <a:t>Workshop </a:t>
            </a:r>
          </a:p>
        </p:txBody>
      </p:sp>
      <p:sp>
        <p:nvSpPr>
          <p:cNvPr id="19" name="Freeform: Shape 18"/>
          <p:cNvSpPr/>
          <p:nvPr/>
        </p:nvSpPr>
        <p:spPr>
          <a:xfrm>
            <a:off x="7066536" y="4361548"/>
            <a:ext cx="488128" cy="488128"/>
          </a:xfrm>
          <a:custGeom>
            <a:avLst/>
            <a:gdLst>
              <a:gd name="connsiteX0" fmla="*/ 244064 w 488128"/>
              <a:gd name="connsiteY0" fmla="*/ 0 h 488128"/>
              <a:gd name="connsiteX1" fmla="*/ 488128 w 488128"/>
              <a:gd name="connsiteY1" fmla="*/ 244064 h 488128"/>
              <a:gd name="connsiteX2" fmla="*/ 244064 w 488128"/>
              <a:gd name="connsiteY2" fmla="*/ 488128 h 488128"/>
              <a:gd name="connsiteX3" fmla="*/ 0 w 488128"/>
              <a:gd name="connsiteY3" fmla="*/ 244064 h 488128"/>
              <a:gd name="connsiteX4" fmla="*/ 244064 w 488128"/>
              <a:gd name="connsiteY4" fmla="*/ 0 h 488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128" h="488128">
                <a:moveTo>
                  <a:pt x="244064" y="0"/>
                </a:moveTo>
                <a:cubicBezTo>
                  <a:pt x="378857" y="0"/>
                  <a:pt x="488128" y="109271"/>
                  <a:pt x="488128" y="244064"/>
                </a:cubicBezTo>
                <a:cubicBezTo>
                  <a:pt x="488128" y="378857"/>
                  <a:pt x="378857" y="488128"/>
                  <a:pt x="244064" y="488128"/>
                </a:cubicBezTo>
                <a:cubicBezTo>
                  <a:pt x="109271" y="488128"/>
                  <a:pt x="0" y="378857"/>
                  <a:pt x="0" y="244064"/>
                </a:cubicBezTo>
                <a:cubicBezTo>
                  <a:pt x="0" y="109271"/>
                  <a:pt x="109271" y="0"/>
                  <a:pt x="24406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smtClean="0"/>
              <a:t>2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F36973-5D03-671B-72DC-B4EEA474F721}"/>
              </a:ext>
            </a:extLst>
          </p:cNvPr>
          <p:cNvSpPr txBox="1"/>
          <p:nvPr/>
        </p:nvSpPr>
        <p:spPr>
          <a:xfrm>
            <a:off x="702949" y="2861849"/>
            <a:ext cx="127271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What is</a:t>
            </a:r>
          </a:p>
          <a:p>
            <a:r>
              <a:rPr lang="en-US" sz="7200" dirty="0"/>
              <a:t>Machine Learning ?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1788325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25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Placeholder 30"/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4" name="Rectangle 3"/>
          <p:cNvSpPr/>
          <p:nvPr/>
        </p:nvSpPr>
        <p:spPr>
          <a:xfrm>
            <a:off x="0" y="0"/>
            <a:ext cx="12192000" cy="6830506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Oval 9"/>
          <p:cNvSpPr/>
          <p:nvPr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mpd="thinThick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Title 6"/>
          <p:cNvSpPr txBox="1">
            <a:spLocks/>
          </p:cNvSpPr>
          <p:nvPr/>
        </p:nvSpPr>
        <p:spPr>
          <a:xfrm>
            <a:off x="1679957" y="3280601"/>
            <a:ext cx="5909265" cy="874205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i="0" kern="1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sz="8800" spc="-30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lt"/>
            </a:endParaRPr>
          </a:p>
        </p:txBody>
      </p:sp>
      <p:sp>
        <p:nvSpPr>
          <p:cNvPr id="19" name="Freeform: Shape 18"/>
          <p:cNvSpPr/>
          <p:nvPr/>
        </p:nvSpPr>
        <p:spPr>
          <a:xfrm>
            <a:off x="7066536" y="4361548"/>
            <a:ext cx="488128" cy="488128"/>
          </a:xfrm>
          <a:custGeom>
            <a:avLst/>
            <a:gdLst>
              <a:gd name="connsiteX0" fmla="*/ 244064 w 488128"/>
              <a:gd name="connsiteY0" fmla="*/ 0 h 488128"/>
              <a:gd name="connsiteX1" fmla="*/ 488128 w 488128"/>
              <a:gd name="connsiteY1" fmla="*/ 244064 h 488128"/>
              <a:gd name="connsiteX2" fmla="*/ 244064 w 488128"/>
              <a:gd name="connsiteY2" fmla="*/ 488128 h 488128"/>
              <a:gd name="connsiteX3" fmla="*/ 0 w 488128"/>
              <a:gd name="connsiteY3" fmla="*/ 244064 h 488128"/>
              <a:gd name="connsiteX4" fmla="*/ 244064 w 488128"/>
              <a:gd name="connsiteY4" fmla="*/ 0 h 488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128" h="488128">
                <a:moveTo>
                  <a:pt x="244064" y="0"/>
                </a:moveTo>
                <a:cubicBezTo>
                  <a:pt x="378857" y="0"/>
                  <a:pt x="488128" y="109271"/>
                  <a:pt x="488128" y="244064"/>
                </a:cubicBezTo>
                <a:cubicBezTo>
                  <a:pt x="488128" y="378857"/>
                  <a:pt x="378857" y="488128"/>
                  <a:pt x="244064" y="488128"/>
                </a:cubicBezTo>
                <a:cubicBezTo>
                  <a:pt x="109271" y="488128"/>
                  <a:pt x="0" y="378857"/>
                  <a:pt x="0" y="244064"/>
                </a:cubicBezTo>
                <a:cubicBezTo>
                  <a:pt x="0" y="109271"/>
                  <a:pt x="109271" y="0"/>
                  <a:pt x="24406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smtClean="0"/>
              <a:t>3</a:t>
            </a:fld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B2BD5E-27D7-CC91-52A8-433062E3B641}"/>
              </a:ext>
            </a:extLst>
          </p:cNvPr>
          <p:cNvSpPr txBox="1"/>
          <p:nvPr/>
        </p:nvSpPr>
        <p:spPr>
          <a:xfrm>
            <a:off x="625033" y="833377"/>
            <a:ext cx="95259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b="1" dirty="0"/>
              <a:t> Machine Learning (ML)</a:t>
            </a:r>
            <a:r>
              <a:rPr lang="en-US" sz="2800" dirty="0"/>
              <a:t> is a field of artificial intelligence (AI) that enables computers to </a:t>
            </a:r>
            <a:r>
              <a:rPr lang="en-US" sz="2800" b="1" dirty="0"/>
              <a:t>learn from data</a:t>
            </a:r>
            <a:r>
              <a:rPr lang="en-US" sz="2800" dirty="0"/>
              <a:t> and improve their performance </a:t>
            </a:r>
            <a:r>
              <a:rPr lang="en-US" sz="2800" b="1" dirty="0"/>
              <a:t>without being explicitly programmed</a:t>
            </a:r>
            <a:r>
              <a:rPr lang="en-US" sz="2800" dirty="0"/>
              <a:t>.</a:t>
            </a:r>
            <a:endParaRPr lang="en-IN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2BFB46-A4E7-7376-5985-ACE0CBA576CF}"/>
              </a:ext>
            </a:extLst>
          </p:cNvPr>
          <p:cNvSpPr txBox="1"/>
          <p:nvPr/>
        </p:nvSpPr>
        <p:spPr>
          <a:xfrm>
            <a:off x="535405" y="3033794"/>
            <a:ext cx="997663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/>
              <a:t>Example: If you give a machine learning model thousands of labeled images of healthy and diseased plants, it can learn the patterns and later identify disease from a new plant image automatically.</a:t>
            </a:r>
            <a:endParaRPr lang="en-IN" sz="2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EFE6F9-A9A4-3041-563A-86F12734E13E}"/>
              </a:ext>
            </a:extLst>
          </p:cNvPr>
          <p:cNvSpPr txBox="1"/>
          <p:nvPr/>
        </p:nvSpPr>
        <p:spPr>
          <a:xfrm>
            <a:off x="2349661" y="5220182"/>
            <a:ext cx="6898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i="1" dirty="0">
                <a:solidFill>
                  <a:srgbClr val="FFC000"/>
                </a:solidFill>
              </a:rPr>
              <a:t>AI ?</a:t>
            </a:r>
            <a:r>
              <a:rPr lang="en-US" sz="4800" i="1" dirty="0"/>
              <a:t> </a:t>
            </a:r>
            <a:r>
              <a:rPr lang="en-US" sz="4800" i="1" dirty="0">
                <a:solidFill>
                  <a:srgbClr val="B7472A"/>
                </a:solidFill>
              </a:rPr>
              <a:t>ML?</a:t>
            </a:r>
            <a:r>
              <a:rPr lang="en-US" sz="4800" i="1" dirty="0"/>
              <a:t> </a:t>
            </a:r>
            <a:r>
              <a:rPr lang="en-US" sz="4800" i="1" dirty="0">
                <a:solidFill>
                  <a:srgbClr val="00B0F0"/>
                </a:solidFill>
              </a:rPr>
              <a:t>Deep-Learning?</a:t>
            </a:r>
            <a:endParaRPr lang="en-IN" sz="4800" i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389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25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420546" y="1453129"/>
            <a:ext cx="11887200" cy="757130"/>
          </a:xfrm>
        </p:spPr>
        <p:txBody>
          <a:bodyPr/>
          <a:lstStyle/>
          <a:p>
            <a:r>
              <a:rPr lang="en-US" sz="4800" dirty="0"/>
              <a:t>TYPES Of ML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11760200" y="6465888"/>
            <a:ext cx="431800" cy="365125"/>
          </a:xfrm>
          <a:prstGeom prst="rect">
            <a:avLst/>
          </a:prstGeom>
        </p:spPr>
        <p:txBody>
          <a:bodyPr/>
          <a:lstStyle/>
          <a:p>
            <a:fld id="{5AE1514C-5E56-4738-A1FF-4B1CFD2A3E3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2688" y="243410"/>
            <a:ext cx="670312" cy="580653"/>
          </a:xfrm>
          <a:custGeom>
            <a:avLst/>
            <a:gdLst>
              <a:gd name="connsiteX0" fmla="*/ 603423 w 670312"/>
              <a:gd name="connsiteY0" fmla="*/ 0 h 580653"/>
              <a:gd name="connsiteX1" fmla="*/ 670312 w 670312"/>
              <a:gd name="connsiteY1" fmla="*/ 126662 h 580653"/>
              <a:gd name="connsiteX2" fmla="*/ 557170 w 670312"/>
              <a:gd name="connsiteY2" fmla="*/ 203157 h 580653"/>
              <a:gd name="connsiteX3" fmla="*/ 522302 w 670312"/>
              <a:gd name="connsiteY3" fmla="*/ 293172 h 580653"/>
              <a:gd name="connsiteX4" fmla="*/ 670312 w 670312"/>
              <a:gd name="connsiteY4" fmla="*/ 293172 h 580653"/>
              <a:gd name="connsiteX5" fmla="*/ 670312 w 670312"/>
              <a:gd name="connsiteY5" fmla="*/ 580653 h 580653"/>
              <a:gd name="connsiteX6" fmla="*/ 360772 w 670312"/>
              <a:gd name="connsiteY6" fmla="*/ 580653 h 580653"/>
              <a:gd name="connsiteX7" fmla="*/ 360772 w 670312"/>
              <a:gd name="connsiteY7" fmla="*/ 342272 h 580653"/>
              <a:gd name="connsiteX8" fmla="*/ 415564 w 670312"/>
              <a:gd name="connsiteY8" fmla="*/ 134489 h 580653"/>
              <a:gd name="connsiteX9" fmla="*/ 603423 w 670312"/>
              <a:gd name="connsiteY9" fmla="*/ 0 h 580653"/>
              <a:gd name="connsiteX10" fmla="*/ 242650 w 670312"/>
              <a:gd name="connsiteY10" fmla="*/ 0 h 580653"/>
              <a:gd name="connsiteX11" fmla="*/ 309539 w 670312"/>
              <a:gd name="connsiteY11" fmla="*/ 126662 h 580653"/>
              <a:gd name="connsiteX12" fmla="*/ 196397 w 670312"/>
              <a:gd name="connsiteY12" fmla="*/ 203157 h 580653"/>
              <a:gd name="connsiteX13" fmla="*/ 161530 w 670312"/>
              <a:gd name="connsiteY13" fmla="*/ 293172 h 580653"/>
              <a:gd name="connsiteX14" fmla="*/ 309539 w 670312"/>
              <a:gd name="connsiteY14" fmla="*/ 293172 h 580653"/>
              <a:gd name="connsiteX15" fmla="*/ 309539 w 670312"/>
              <a:gd name="connsiteY15" fmla="*/ 580653 h 580653"/>
              <a:gd name="connsiteX16" fmla="*/ 0 w 670312"/>
              <a:gd name="connsiteY16" fmla="*/ 580653 h 580653"/>
              <a:gd name="connsiteX17" fmla="*/ 0 w 670312"/>
              <a:gd name="connsiteY17" fmla="*/ 342272 h 580653"/>
              <a:gd name="connsiteX18" fmla="*/ 54792 w 670312"/>
              <a:gd name="connsiteY18" fmla="*/ 134489 h 580653"/>
              <a:gd name="connsiteX19" fmla="*/ 242650 w 670312"/>
              <a:gd name="connsiteY19" fmla="*/ 0 h 58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70312" h="580653">
                <a:moveTo>
                  <a:pt x="603423" y="0"/>
                </a:moveTo>
                <a:lnTo>
                  <a:pt x="670312" y="126662"/>
                </a:lnTo>
                <a:cubicBezTo>
                  <a:pt x="615757" y="152279"/>
                  <a:pt x="578043" y="177777"/>
                  <a:pt x="557170" y="203157"/>
                </a:cubicBezTo>
                <a:cubicBezTo>
                  <a:pt x="536297" y="228537"/>
                  <a:pt x="524674" y="258542"/>
                  <a:pt x="522302" y="293172"/>
                </a:cubicBezTo>
                <a:lnTo>
                  <a:pt x="670312" y="293172"/>
                </a:lnTo>
                <a:lnTo>
                  <a:pt x="670312" y="580653"/>
                </a:lnTo>
                <a:lnTo>
                  <a:pt x="360772" y="580653"/>
                </a:lnTo>
                <a:lnTo>
                  <a:pt x="360772" y="342272"/>
                </a:lnTo>
                <a:cubicBezTo>
                  <a:pt x="360772" y="254510"/>
                  <a:pt x="379036" y="185249"/>
                  <a:pt x="415564" y="134489"/>
                </a:cubicBezTo>
                <a:cubicBezTo>
                  <a:pt x="452092" y="83729"/>
                  <a:pt x="514712" y="38900"/>
                  <a:pt x="603423" y="0"/>
                </a:cubicBezTo>
                <a:close/>
                <a:moveTo>
                  <a:pt x="242650" y="0"/>
                </a:moveTo>
                <a:lnTo>
                  <a:pt x="309539" y="126662"/>
                </a:lnTo>
                <a:cubicBezTo>
                  <a:pt x="254985" y="152279"/>
                  <a:pt x="217271" y="177777"/>
                  <a:pt x="196397" y="203157"/>
                </a:cubicBezTo>
                <a:cubicBezTo>
                  <a:pt x="175524" y="228537"/>
                  <a:pt x="163902" y="258542"/>
                  <a:pt x="161530" y="293172"/>
                </a:cubicBezTo>
                <a:lnTo>
                  <a:pt x="309539" y="293172"/>
                </a:lnTo>
                <a:lnTo>
                  <a:pt x="309539" y="580653"/>
                </a:lnTo>
                <a:lnTo>
                  <a:pt x="0" y="580653"/>
                </a:lnTo>
                <a:lnTo>
                  <a:pt x="0" y="342272"/>
                </a:lnTo>
                <a:cubicBezTo>
                  <a:pt x="0" y="254510"/>
                  <a:pt x="18264" y="185249"/>
                  <a:pt x="54792" y="134489"/>
                </a:cubicBezTo>
                <a:cubicBezTo>
                  <a:pt x="91320" y="83729"/>
                  <a:pt x="153940" y="38900"/>
                  <a:pt x="24265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2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D966C0-9193-6387-9B71-3A4970E3527D}"/>
              </a:ext>
            </a:extLst>
          </p:cNvPr>
          <p:cNvSpPr txBox="1"/>
          <p:nvPr/>
        </p:nvSpPr>
        <p:spPr>
          <a:xfrm>
            <a:off x="983848" y="2604304"/>
            <a:ext cx="88662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600" dirty="0"/>
              <a:t> </a:t>
            </a:r>
            <a:r>
              <a:rPr lang="en-IN" sz="3600" dirty="0"/>
              <a:t>Supervised (classification, regression)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36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3600" dirty="0"/>
              <a:t>Unsupervised (clustering, anomaly detection)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36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600" dirty="0"/>
              <a:t>Reinforcement learning (basic idea only)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376105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EBB90B3-5F13-B06D-9304-B1F27E439DB1}"/>
              </a:ext>
            </a:extLst>
          </p:cNvPr>
          <p:cNvSpPr txBox="1"/>
          <p:nvPr/>
        </p:nvSpPr>
        <p:spPr>
          <a:xfrm>
            <a:off x="902825" y="902825"/>
            <a:ext cx="958383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800" dirty="0"/>
              <a:t>The model learns from labeled data (input + correct output).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800" dirty="0"/>
              <a:t>It is used for prediction tasks like classification and regression.</a:t>
            </a:r>
          </a:p>
          <a:p>
            <a:pPr algn="just"/>
            <a:endParaRPr lang="en-US" sz="28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800" dirty="0"/>
              <a:t>The model learns patterns from unlabeled data.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800" dirty="0"/>
              <a:t>It is used for clustering, grouping, and finding hidden structures.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800" dirty="0"/>
              <a:t>The model learns by interacting with an environment and receiving rewards or penalties.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800" dirty="0"/>
              <a:t>Used in robotics, gaming, and self-driving systems.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18049895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304800" y="2598127"/>
            <a:ext cx="3714704" cy="3572260"/>
          </a:xfrm>
        </p:spPr>
        <p:txBody>
          <a:bodyPr/>
          <a:lstStyle/>
          <a:p>
            <a:pPr>
              <a:spcAft>
                <a:spcPts val="2400"/>
              </a:spcAft>
            </a:pPr>
            <a:r>
              <a:rPr lang="en-US" dirty="0"/>
              <a:t>Sources of Dataset</a:t>
            </a:r>
          </a:p>
          <a:p>
            <a:pPr>
              <a:spcAft>
                <a:spcPts val="2400"/>
              </a:spcAft>
            </a:pPr>
            <a:endParaRPr lang="en-US" dirty="0"/>
          </a:p>
          <a:p>
            <a:pPr marL="34290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Kaggle</a:t>
            </a:r>
          </a:p>
          <a:p>
            <a:pPr marL="342900" indent="-342900">
              <a:lnSpc>
                <a:spcPct val="100000"/>
              </a:lnSpc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Github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lnSpc>
                <a:spcPct val="100000"/>
              </a:lnSpc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Roboflow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idx="14"/>
          </p:nvPr>
        </p:nvSpPr>
        <p:spPr>
          <a:xfrm>
            <a:off x="4168631" y="2598127"/>
            <a:ext cx="3840480" cy="3583545"/>
          </a:xfrm>
        </p:spPr>
        <p:txBody>
          <a:bodyPr/>
          <a:lstStyle/>
          <a:p>
            <a:pPr>
              <a:spcAft>
                <a:spcPts val="2400"/>
              </a:spcAft>
            </a:pPr>
            <a:r>
              <a:rPr lang="en-US" dirty="0"/>
              <a:t> Data Evaluation</a:t>
            </a:r>
          </a:p>
          <a:p>
            <a:pPr>
              <a:spcAft>
                <a:spcPts val="2400"/>
              </a:spcAft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b="1" dirty="0"/>
              <a:t>Size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b="1" dirty="0"/>
              <a:t>Balanced Classes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b="1" dirty="0"/>
              <a:t>Formats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b="1" dirty="0" err="1"/>
              <a:t>Cleanlines</a:t>
            </a:r>
            <a:endParaRPr lang="en-US" b="1" dirty="0"/>
          </a:p>
        </p:txBody>
      </p:sp>
      <p:sp>
        <p:nvSpPr>
          <p:cNvPr id="18" name="Content Placeholder 17"/>
          <p:cNvSpPr>
            <a:spLocks noGrp="1"/>
          </p:cNvSpPr>
          <p:nvPr>
            <p:ph idx="15"/>
          </p:nvPr>
        </p:nvSpPr>
        <p:spPr>
          <a:xfrm>
            <a:off x="8158238" y="2598127"/>
            <a:ext cx="3773077" cy="3521092"/>
          </a:xfrm>
        </p:spPr>
        <p:txBody>
          <a:bodyPr/>
          <a:lstStyle/>
          <a:p>
            <a:pPr>
              <a:spcAft>
                <a:spcPts val="2400"/>
              </a:spcAft>
            </a:pPr>
            <a:r>
              <a:rPr lang="en-US" dirty="0"/>
              <a:t>Data Preparation</a:t>
            </a:r>
          </a:p>
          <a:p>
            <a:pPr>
              <a:spcAft>
                <a:spcPts val="2400"/>
              </a:spcAft>
            </a:pPr>
            <a:endParaRPr lang="en-US" dirty="0"/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Removing Missing values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Normalization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Data splitting 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5511" y="3382066"/>
            <a:ext cx="338328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8386838" y="3382066"/>
            <a:ext cx="338328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435056" y="3382066"/>
            <a:ext cx="338328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Slide Number Placeholder 41"/>
          <p:cNvSpPr>
            <a:spLocks noGrp="1"/>
          </p:cNvSpPr>
          <p:nvPr>
            <p:ph type="sldNum" sz="quarter" idx="4"/>
          </p:nvPr>
        </p:nvSpPr>
        <p:spPr>
          <a:xfrm>
            <a:off x="11432913" y="6316156"/>
            <a:ext cx="498402" cy="365125"/>
          </a:xfrm>
        </p:spPr>
        <p:txBody>
          <a:bodyPr/>
          <a:lstStyle/>
          <a:p>
            <a:fld id="{5AE1514C-5E56-4738-A1FF-4B1CFD2A3E36}" type="slidenum">
              <a:rPr lang="en-US" smtClean="0"/>
              <a:t>6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14D834-35E4-F0FB-286D-316A0CD97AC9}"/>
              </a:ext>
            </a:extLst>
          </p:cNvPr>
          <p:cNvSpPr txBox="1"/>
          <p:nvPr/>
        </p:nvSpPr>
        <p:spPr>
          <a:xfrm>
            <a:off x="3125165" y="787078"/>
            <a:ext cx="74656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Dataset </a:t>
            </a:r>
            <a:r>
              <a:rPr lang="en-US" sz="5400" dirty="0" err="1"/>
              <a:t>Preprocesssing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311071683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8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8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8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932 -4.44444E-6 L 1.04167E-6 -4.44444E-6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66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933 -4.44444E-6 L 3.95833E-6 -4.44444E-6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6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8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8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8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8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8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8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8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8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8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8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8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8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8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8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8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8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8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8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932 -4.44444E-6 L -2.5E-6 -4.44444E-6 " pathEditMode="relative" rAng="0" ptsTypes="AA">
                                      <p:cBhvr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6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11" grpId="0" uiExpand="1" build="p"/>
      <p:bldP spid="18" grpId="0" uiExpand="1" build="p"/>
      <p:bldP spid="9" grpId="0" animBg="1"/>
      <p:bldP spid="9" grpId="1" animBg="1"/>
      <p:bldP spid="15" grpId="0" animBg="1"/>
      <p:bldP spid="15" grpId="1" animBg="1"/>
      <p:bldP spid="13" grpId="0" animBg="1"/>
      <p:bldP spid="1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E46D93-DD79-CB43-32E9-1F0778758D2B}"/>
              </a:ext>
            </a:extLst>
          </p:cNvPr>
          <p:cNvSpPr txBox="1"/>
          <p:nvPr/>
        </p:nvSpPr>
        <p:spPr>
          <a:xfrm>
            <a:off x="3889094" y="196769"/>
            <a:ext cx="57989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ML WORKFLOW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90C0AF-3D77-C1FB-A633-1C869407E73F}"/>
              </a:ext>
            </a:extLst>
          </p:cNvPr>
          <p:cNvSpPr txBox="1"/>
          <p:nvPr/>
        </p:nvSpPr>
        <p:spPr>
          <a:xfrm>
            <a:off x="389681" y="2696902"/>
            <a:ext cx="114126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Data collection     preprocess data </a:t>
            </a:r>
            <a:r>
              <a:rPr lang="en-US" dirty="0"/>
              <a:t>	   </a:t>
            </a:r>
            <a:r>
              <a:rPr lang="en-US" sz="3200" dirty="0"/>
              <a:t>splitting     select model      Train model      Evaluate model</a:t>
            </a:r>
            <a:endParaRPr lang="en-IN" sz="3200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81A8156E-31C6-3BB0-6F18-3C24ACB20122}"/>
              </a:ext>
            </a:extLst>
          </p:cNvPr>
          <p:cNvSpPr/>
          <p:nvPr/>
        </p:nvSpPr>
        <p:spPr>
          <a:xfrm>
            <a:off x="3222103" y="2887342"/>
            <a:ext cx="497711" cy="2546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96C381F-0640-6C12-3CD2-C5F0FF78ABF9}"/>
              </a:ext>
            </a:extLst>
          </p:cNvPr>
          <p:cNvSpPr/>
          <p:nvPr/>
        </p:nvSpPr>
        <p:spPr>
          <a:xfrm>
            <a:off x="6552236" y="2887341"/>
            <a:ext cx="497711" cy="2546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A164D7E7-1A8D-72EE-18BE-B9BDC1BF4D56}"/>
              </a:ext>
            </a:extLst>
          </p:cNvPr>
          <p:cNvSpPr/>
          <p:nvPr/>
        </p:nvSpPr>
        <p:spPr>
          <a:xfrm>
            <a:off x="2724392" y="3334153"/>
            <a:ext cx="497711" cy="2546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9E7F64EB-A159-8628-BC27-1D860B476FF4}"/>
              </a:ext>
            </a:extLst>
          </p:cNvPr>
          <p:cNvSpPr/>
          <p:nvPr/>
        </p:nvSpPr>
        <p:spPr>
          <a:xfrm>
            <a:off x="8609636" y="2852036"/>
            <a:ext cx="497711" cy="2546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079039"/>
      </p:ext>
    </p:extLst>
  </p:cSld>
  <p:clrMapOvr>
    <a:masterClrMapping/>
  </p:clrMapOvr>
  <p:transition spd="slow">
    <p:push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10DF0-19E4-CD84-187A-39BA567A6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CC10C11D-97BC-C93F-8DBA-C17BB4332881}"/>
              </a:ext>
            </a:extLst>
          </p:cNvPr>
          <p:cNvSpPr txBox="1">
            <a:spLocks/>
          </p:cNvSpPr>
          <p:nvPr/>
        </p:nvSpPr>
        <p:spPr>
          <a:xfrm>
            <a:off x="4433852" y="4256429"/>
            <a:ext cx="5756957" cy="927824"/>
          </a:xfrm>
          <a:prstGeom prst="rect">
            <a:avLst/>
          </a:prstGeom>
        </p:spPr>
        <p:txBody>
          <a:bodyPr vert="horz" lIns="457200" tIns="45720" rIns="45720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i="0" kern="1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689189-0388-296E-1977-CB35FA5F99F5}"/>
              </a:ext>
            </a:extLst>
          </p:cNvPr>
          <p:cNvSpPr txBox="1"/>
          <p:nvPr/>
        </p:nvSpPr>
        <p:spPr>
          <a:xfrm>
            <a:off x="1006998" y="634935"/>
            <a:ext cx="56484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Demo</a:t>
            </a:r>
            <a:endParaRPr lang="en-IN" sz="7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1D60EC-D6BD-3B09-A1A3-2E6177F08C78}"/>
              </a:ext>
            </a:extLst>
          </p:cNvPr>
          <p:cNvSpPr txBox="1"/>
          <p:nvPr/>
        </p:nvSpPr>
        <p:spPr>
          <a:xfrm>
            <a:off x="1834588" y="2210765"/>
            <a:ext cx="96417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hlinkClick r:id="rId3"/>
              </a:rPr>
              <a:t>https://colab.research.google.com/drive/13ryOC4ugap_Ed3UjXIBolP9DacidKPvO?usp=drive_link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324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3534570" y="499736"/>
            <a:ext cx="5197256" cy="1200329"/>
          </a:xfrm>
        </p:spPr>
        <p:txBody>
          <a:bodyPr/>
          <a:lstStyle/>
          <a:p>
            <a:r>
              <a:rPr lang="en-US" dirty="0"/>
              <a:t>ML-Model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FC9AF6-B73A-4A38-AFAF-BFD44395A2DD}"/>
              </a:ext>
            </a:extLst>
          </p:cNvPr>
          <p:cNvSpPr txBox="1"/>
          <p:nvPr/>
        </p:nvSpPr>
        <p:spPr>
          <a:xfrm>
            <a:off x="937549" y="2048719"/>
            <a:ext cx="1201452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1. Linear Regression</a:t>
            </a:r>
          </a:p>
          <a:p>
            <a:r>
              <a:rPr lang="en-US" sz="2800" dirty="0"/>
              <a:t>Predicts a continuous value (like price, temperature).</a:t>
            </a:r>
          </a:p>
          <a:p>
            <a:r>
              <a:rPr lang="en-US" sz="2800" dirty="0"/>
              <a:t>Finds a straight-line relationship between input and output.</a:t>
            </a:r>
          </a:p>
          <a:p>
            <a:endParaRPr lang="en-IN" sz="2800" dirty="0"/>
          </a:p>
          <a:p>
            <a:r>
              <a:rPr lang="en-US" sz="2800" b="1" dirty="0"/>
              <a:t>2. Logistic Regression</a:t>
            </a:r>
          </a:p>
          <a:p>
            <a:r>
              <a:rPr lang="en-US" sz="2800" dirty="0"/>
              <a:t>Used for classification (yes/no, spam/not-spam).</a:t>
            </a:r>
          </a:p>
          <a:p>
            <a:r>
              <a:rPr lang="en-US" sz="2800" dirty="0"/>
              <a:t>Gives probability of belonging to a class.</a:t>
            </a:r>
          </a:p>
          <a:p>
            <a:endParaRPr lang="en-IN" sz="2800" dirty="0"/>
          </a:p>
          <a:p>
            <a:r>
              <a:rPr lang="en-US" sz="2800" b="1" dirty="0"/>
              <a:t>3. Decision Tree</a:t>
            </a:r>
          </a:p>
          <a:p>
            <a:r>
              <a:rPr lang="en-US" sz="2800" dirty="0"/>
              <a:t>Splits data into branches like a flow-chart.</a:t>
            </a:r>
          </a:p>
          <a:p>
            <a:r>
              <a:rPr lang="en-US" sz="2800" dirty="0"/>
              <a:t>Easy to understand and visualize but can overfit.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248013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27B59-CB63-4F01-224C-753F53AD7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0A947CC-E1A0-EF7F-8D90-D2571480BC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34570" y="499736"/>
            <a:ext cx="5197256" cy="1200329"/>
          </a:xfrm>
        </p:spPr>
        <p:txBody>
          <a:bodyPr/>
          <a:lstStyle/>
          <a:p>
            <a:r>
              <a:rPr lang="en-US" dirty="0"/>
              <a:t>ML-Model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475FB3-9D01-5275-734C-684CB0C9C082}"/>
              </a:ext>
            </a:extLst>
          </p:cNvPr>
          <p:cNvSpPr txBox="1"/>
          <p:nvPr/>
        </p:nvSpPr>
        <p:spPr>
          <a:xfrm>
            <a:off x="937549" y="2048719"/>
            <a:ext cx="1201452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4. Random Forest</a:t>
            </a:r>
          </a:p>
          <a:p>
            <a:r>
              <a:rPr lang="en-US" sz="2800" dirty="0"/>
              <a:t>Collection of many decision trees working together.</a:t>
            </a:r>
          </a:p>
          <a:p>
            <a:r>
              <a:rPr lang="en-US" sz="2800" dirty="0"/>
              <a:t>More accurate and stable than a single decision tree.</a:t>
            </a:r>
          </a:p>
          <a:p>
            <a:endParaRPr lang="en-IN" sz="2800" dirty="0"/>
          </a:p>
          <a:p>
            <a:r>
              <a:rPr lang="en-US" sz="2800" b="1" dirty="0"/>
              <a:t>5. K-Nearest Neighbors (KNN)</a:t>
            </a:r>
          </a:p>
          <a:p>
            <a:r>
              <a:rPr lang="en-US" sz="2800" dirty="0"/>
              <a:t>Classifies based on the nearest data points.</a:t>
            </a:r>
          </a:p>
          <a:p>
            <a:r>
              <a:rPr lang="en-US" sz="2800" dirty="0"/>
              <a:t>Simple, but slower on large datasets.</a:t>
            </a:r>
          </a:p>
          <a:p>
            <a:endParaRPr lang="en-IN" sz="2800" dirty="0"/>
          </a:p>
          <a:p>
            <a:r>
              <a:rPr lang="en-US" sz="2800" b="1" dirty="0"/>
              <a:t>6. Principal Component Analysis (PCA)</a:t>
            </a:r>
          </a:p>
          <a:p>
            <a:r>
              <a:rPr lang="en-US" sz="2800" dirty="0"/>
              <a:t>Reduces many features to fewer important ones.</a:t>
            </a:r>
          </a:p>
          <a:p>
            <a:r>
              <a:rPr lang="en-US" sz="2800" dirty="0"/>
              <a:t>Useful for visualization and speeding up ML models.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65370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077C9-CB0A-E032-1F60-664C72923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24E24EF-0CC7-131F-B9A2-6B39C5AD94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34570" y="499736"/>
            <a:ext cx="5197256" cy="1200329"/>
          </a:xfrm>
        </p:spPr>
        <p:txBody>
          <a:bodyPr/>
          <a:lstStyle/>
          <a:p>
            <a:r>
              <a:rPr lang="en-US" dirty="0"/>
              <a:t>ML-Model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1AA87-560B-EF10-3510-C53FDDA7BAAB}"/>
              </a:ext>
            </a:extLst>
          </p:cNvPr>
          <p:cNvSpPr txBox="1"/>
          <p:nvPr/>
        </p:nvSpPr>
        <p:spPr>
          <a:xfrm>
            <a:off x="937549" y="2141316"/>
            <a:ext cx="115399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7. Convolutional Neural Networks (CNN)</a:t>
            </a:r>
          </a:p>
          <a:p>
            <a:r>
              <a:rPr lang="en-US" sz="2800" dirty="0"/>
              <a:t>Specialized neural network for images.</a:t>
            </a:r>
          </a:p>
          <a:p>
            <a:r>
              <a:rPr lang="en-US" sz="2800" dirty="0"/>
              <a:t>Used in face detection, medical imaging, object detection.</a:t>
            </a:r>
          </a:p>
          <a:p>
            <a:endParaRPr lang="en-IN" sz="2800" dirty="0"/>
          </a:p>
          <a:p>
            <a:r>
              <a:rPr lang="en-US" sz="2800" b="1" dirty="0"/>
              <a:t>8. Gradient Boosting Models (</a:t>
            </a:r>
            <a:r>
              <a:rPr lang="en-US" sz="2800" b="1" dirty="0" err="1"/>
              <a:t>XGBoost</a:t>
            </a:r>
            <a:r>
              <a:rPr lang="en-US" sz="2800" b="1" dirty="0"/>
              <a:t>, </a:t>
            </a:r>
            <a:r>
              <a:rPr lang="en-US" sz="2800" b="1" dirty="0" err="1"/>
              <a:t>LightGBM</a:t>
            </a:r>
            <a:r>
              <a:rPr lang="en-US" sz="2800" b="1" dirty="0"/>
              <a:t>, </a:t>
            </a:r>
            <a:r>
              <a:rPr lang="en-US" sz="2800" b="1" dirty="0" err="1"/>
              <a:t>CatBoost</a:t>
            </a:r>
            <a:r>
              <a:rPr lang="en-US" sz="2800" b="1" dirty="0"/>
              <a:t>)</a:t>
            </a:r>
          </a:p>
          <a:p>
            <a:r>
              <a:rPr lang="en-US" sz="2800" dirty="0"/>
              <a:t>Build trees step-by-step correcting previous errors.</a:t>
            </a:r>
          </a:p>
          <a:p>
            <a:r>
              <a:rPr lang="en-US" sz="2800" dirty="0"/>
              <a:t>Very powerful for structured/tabular data.</a:t>
            </a:r>
          </a:p>
          <a:p>
            <a:endParaRPr lang="en-IN" sz="2800" dirty="0"/>
          </a:p>
          <a:p>
            <a:r>
              <a:rPr lang="en-IN" sz="2800" b="1" dirty="0"/>
              <a:t>9</a:t>
            </a:r>
            <a:r>
              <a:rPr lang="en-US" sz="2800" b="1" dirty="0"/>
              <a:t>. K-Means Clustering</a:t>
            </a:r>
          </a:p>
          <a:p>
            <a:r>
              <a:rPr lang="en-US" sz="2800" dirty="0"/>
              <a:t>Groups data into </a:t>
            </a:r>
            <a:r>
              <a:rPr lang="en-US" sz="2800" i="1" dirty="0"/>
              <a:t>k</a:t>
            </a:r>
            <a:r>
              <a:rPr lang="en-US" sz="2800" dirty="0"/>
              <a:t> clusters without labels.</a:t>
            </a:r>
          </a:p>
          <a:p>
            <a:r>
              <a:rPr lang="en-US" sz="2800" dirty="0"/>
              <a:t>Used for customer segmentation, image compression.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23514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76E32-C65B-1572-7810-8474E94A3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AD00CA-8DED-2CED-2ABB-68D0D9FAC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6237" y="2294136"/>
            <a:ext cx="9107555" cy="923330"/>
          </a:xfrm>
        </p:spPr>
        <p:txBody>
          <a:bodyPr/>
          <a:lstStyle/>
          <a:p>
            <a:r>
              <a:rPr lang="en-US" sz="6000" dirty="0"/>
              <a:t>Let’s Train Tree Data set</a:t>
            </a:r>
          </a:p>
        </p:txBody>
      </p:sp>
    </p:spTree>
    <p:extLst>
      <p:ext uri="{BB962C8B-B14F-4D97-AF65-F5344CB8AC3E}">
        <p14:creationId xmlns:p14="http://schemas.microsoft.com/office/powerpoint/2010/main" val="3755183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34BDD74C-5263-464C-AA3C-D945D23978FF}"/>
              </a:ext>
            </a:extLst>
          </p:cNvPr>
          <p:cNvSpPr txBox="1">
            <a:spLocks/>
          </p:cNvSpPr>
          <p:nvPr/>
        </p:nvSpPr>
        <p:spPr>
          <a:xfrm>
            <a:off x="2813396" y="2300307"/>
            <a:ext cx="5756957" cy="927824"/>
          </a:xfrm>
          <a:prstGeom prst="rect">
            <a:avLst/>
          </a:prstGeom>
        </p:spPr>
        <p:txBody>
          <a:bodyPr vert="horz" lIns="457200" tIns="45720" rIns="45720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i="0" kern="1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r>
              <a:rPr lang="en-US" sz="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92825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torybuilding Neal Creative">
  <a:themeElements>
    <a:clrScheme name="Neal Analytics 2">
      <a:dk1>
        <a:srgbClr val="000000"/>
      </a:dk1>
      <a:lt1>
        <a:srgbClr val="FFFFFF"/>
      </a:lt1>
      <a:dk2>
        <a:srgbClr val="0074AF"/>
      </a:dk2>
      <a:lt2>
        <a:srgbClr val="00B0F0"/>
      </a:lt2>
      <a:accent1>
        <a:srgbClr val="75D1FF"/>
      </a:accent1>
      <a:accent2>
        <a:srgbClr val="004568"/>
      </a:accent2>
      <a:accent3>
        <a:srgbClr val="92D050"/>
      </a:accent3>
      <a:accent4>
        <a:srgbClr val="FFC000"/>
      </a:accent4>
      <a:accent5>
        <a:srgbClr val="004568"/>
      </a:accent5>
      <a:accent6>
        <a:srgbClr val="0074AF"/>
      </a:accent6>
      <a:hlink>
        <a:srgbClr val="43C0FF"/>
      </a:hlink>
      <a:folHlink>
        <a:srgbClr val="75D1FF"/>
      </a:folHlink>
    </a:clrScheme>
    <a:fontScheme name="MICROSOFT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6401425_Powerful Presentations_Win32_mlw - v2" id="{7CBB6D80-F69F-4458-A96A-A39B855A93D5}" vid="{827664DE-2D82-4B7F-8582-8671022436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480f6609812271f56e53f2aff71704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b48d77c16982ba2890c3fe2b4c067b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2E6351-E64A-42DD-A554-7DF75222212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30CA71C-6B24-463C-853F-076A02E27C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C2FF92-1ACE-4D23-9586-85906FF02F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Powerful Presentations</Template>
  <TotalTime>166</TotalTime>
  <Words>586</Words>
  <Application>Microsoft Office PowerPoint</Application>
  <PresentationFormat>Widescreen</PresentationFormat>
  <Paragraphs>98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Arial Black</vt:lpstr>
      <vt:lpstr>Calibri</vt:lpstr>
      <vt:lpstr>Segoe UI</vt:lpstr>
      <vt:lpstr>Segoe UI Black</vt:lpstr>
      <vt:lpstr>Segoe UI Semibold</vt:lpstr>
      <vt:lpstr>Segoe UI Semilight</vt:lpstr>
      <vt:lpstr>Wingdings</vt:lpstr>
      <vt:lpstr>Storybuilding Neal Creative</vt:lpstr>
      <vt:lpstr>PowerPoint Presentation</vt:lpstr>
      <vt:lpstr>Machine-Learning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Train Tree Data set</vt:lpstr>
      <vt:lpstr>PowerPoint Presentation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Sandeep S K</dc:creator>
  <cp:keywords/>
  <dc:description/>
  <cp:lastModifiedBy>Sandeep S K</cp:lastModifiedBy>
  <cp:revision>2</cp:revision>
  <dcterms:created xsi:type="dcterms:W3CDTF">2025-11-19T11:29:15Z</dcterms:created>
  <dcterms:modified xsi:type="dcterms:W3CDTF">2025-11-20T04:30:27Z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